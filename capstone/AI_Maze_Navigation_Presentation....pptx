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69" r:id="rId2"/>
    <p:sldId id="275" r:id="rId3"/>
    <p:sldId id="257" r:id="rId4"/>
    <p:sldId id="258" r:id="rId5"/>
    <p:sldId id="259" r:id="rId6"/>
    <p:sldId id="260" r:id="rId7"/>
    <p:sldId id="276" r:id="rId8"/>
    <p:sldId id="261" r:id="rId9"/>
    <p:sldId id="262" r:id="rId10"/>
    <p:sldId id="264" r:id="rId11"/>
    <p:sldId id="272" r:id="rId12"/>
    <p:sldId id="265" r:id="rId13"/>
    <p:sldId id="266" r:id="rId14"/>
    <p:sldId id="267" r:id="rId15"/>
    <p:sldId id="273" r:id="rId16"/>
    <p:sldId id="270" r:id="rId17"/>
    <p:sldId id="27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15BAF-F193-4A4C-A306-DA4C9493A487}" v="4" dt="2026-08-18T08:28:42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IN SIVA" userId="07036fc04a0a692c" providerId="LiveId" clId="{12DBB72F-E478-4B84-98FA-3BBBE7190C8D}"/>
    <pc:docChg chg="undo custSel addSld delSld modSld sldOrd">
      <pc:chgData name="ATHIN SIVA" userId="07036fc04a0a692c" providerId="LiveId" clId="{12DBB72F-E478-4B84-98FA-3BBBE7190C8D}" dt="2026-08-29T05:44:26.118" v="154" actId="1037"/>
      <pc:docMkLst>
        <pc:docMk/>
      </pc:docMkLst>
      <pc:sldChg chg="addSp delSp modSp mod ord">
        <pc:chgData name="ATHIN SIVA" userId="07036fc04a0a692c" providerId="LiveId" clId="{12DBB72F-E478-4B84-98FA-3BBBE7190C8D}" dt="2026-08-25T03:20:26.483" v="89" actId="404"/>
        <pc:sldMkLst>
          <pc:docMk/>
          <pc:sldMk cId="0" sldId="257"/>
        </pc:sldMkLst>
        <pc:spChg chg="mod">
          <ac:chgData name="ATHIN SIVA" userId="07036fc04a0a692c" providerId="LiveId" clId="{12DBB72F-E478-4B84-98FA-3BBBE7190C8D}" dt="2026-08-18T08:48:47.528" v="84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26.483" v="89" actId="404"/>
          <ac:spMkLst>
            <pc:docMk/>
            <pc:sldMk cId="0" sldId="257"/>
            <ac:spMk id="6" creationId="{00000000-0000-0000-0000-000000000000}"/>
          </ac:spMkLst>
        </pc:spChg>
        <pc:spChg chg="mod">
          <ac:chgData name="ATHIN SIVA" userId="07036fc04a0a692c" providerId="LiveId" clId="{12DBB72F-E478-4B84-98FA-3BBBE7190C8D}" dt="2026-08-18T08:48:47.528" v="84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26.483" v="89" actId="404"/>
          <ac:spMkLst>
            <pc:docMk/>
            <pc:sldMk cId="0" sldId="257"/>
            <ac:spMk id="9" creationId="{00000000-0000-0000-0000-000000000000}"/>
          </ac:spMkLst>
        </pc:spChg>
        <pc:spChg chg="mod">
          <ac:chgData name="ATHIN SIVA" userId="07036fc04a0a692c" providerId="LiveId" clId="{12DBB72F-E478-4B84-98FA-3BBBE7190C8D}" dt="2026-08-18T08:48:47.528" v="84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26.483" v="89" actId="40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THIN SIVA" userId="07036fc04a0a692c" providerId="LiveId" clId="{12DBB72F-E478-4B84-98FA-3BBBE7190C8D}" dt="2026-08-18T08:48:47.528" v="84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26.483" v="89" actId="40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THIN SIVA" userId="07036fc04a0a692c" providerId="LiveId" clId="{12DBB72F-E478-4B84-98FA-3BBBE7190C8D}" dt="2026-08-18T08:48:47.528" v="84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26.483" v="89" actId="404"/>
          <ac:spMkLst>
            <pc:docMk/>
            <pc:sldMk cId="0" sldId="257"/>
            <ac:spMk id="18" creationId="{00000000-0000-0000-0000-000000000000}"/>
          </ac:spMkLst>
        </pc:spChg>
        <pc:picChg chg="add mod">
          <ac:chgData name="ATHIN SIVA" userId="07036fc04a0a692c" providerId="LiveId" clId="{12DBB72F-E478-4B84-98FA-3BBBE7190C8D}" dt="2026-08-18T08:05:58.700" v="1" actId="1076"/>
          <ac:picMkLst>
            <pc:docMk/>
            <pc:sldMk cId="0" sldId="257"/>
            <ac:picMk id="40" creationId="{39FACCE6-ADB3-27FD-AF8A-9E064B48744A}"/>
          </ac:picMkLst>
        </pc:picChg>
      </pc:sldChg>
      <pc:sldChg chg="addSp delSp modSp mod">
        <pc:chgData name="ATHIN SIVA" userId="07036fc04a0a692c" providerId="LiveId" clId="{12DBB72F-E478-4B84-98FA-3BBBE7190C8D}" dt="2026-08-25T03:20:38.487" v="91" actId="403"/>
        <pc:sldMkLst>
          <pc:docMk/>
          <pc:sldMk cId="0" sldId="258"/>
        </pc:sldMkLst>
        <pc:spChg chg="mod">
          <ac:chgData name="ATHIN SIVA" userId="07036fc04a0a692c" providerId="LiveId" clId="{12DBB72F-E478-4B84-98FA-3BBBE7190C8D}" dt="2026-08-25T03:20:38.487" v="91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38.487" v="91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38.487" v="91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38.487" v="91" actId="403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38.487" v="91" actId="403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38.487" v="91" actId="403"/>
          <ac:spMkLst>
            <pc:docMk/>
            <pc:sldMk cId="0" sldId="258"/>
            <ac:spMk id="22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38.487" v="91" actId="403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38.487" v="91" actId="403"/>
          <ac:spMkLst>
            <pc:docMk/>
            <pc:sldMk cId="0" sldId="258"/>
            <ac:spMk id="25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38.487" v="91" actId="403"/>
          <ac:spMkLst>
            <pc:docMk/>
            <pc:sldMk cId="0" sldId="258"/>
            <ac:spMk id="26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38.487" v="91" actId="403"/>
          <ac:spMkLst>
            <pc:docMk/>
            <pc:sldMk cId="0" sldId="258"/>
            <ac:spMk id="27" creationId="{00000000-0000-0000-0000-000000000000}"/>
          </ac:spMkLst>
        </pc:spChg>
        <pc:picChg chg="add mod">
          <ac:chgData name="ATHIN SIVA" userId="07036fc04a0a692c" providerId="LiveId" clId="{12DBB72F-E478-4B84-98FA-3BBBE7190C8D}" dt="2026-08-18T08:06:15.981" v="7" actId="1036"/>
          <ac:picMkLst>
            <pc:docMk/>
            <pc:sldMk cId="0" sldId="258"/>
            <ac:picMk id="32" creationId="{12C01D9E-3460-AA4F-DCD5-4B53A81E1931}"/>
          </ac:picMkLst>
        </pc:picChg>
        <pc:picChg chg="add mod">
          <ac:chgData name="ATHIN SIVA" userId="07036fc04a0a692c" providerId="LiveId" clId="{12DBB72F-E478-4B84-98FA-3BBBE7190C8D}" dt="2026-08-18T08:14:41.747" v="38" actId="1076"/>
          <ac:picMkLst>
            <pc:docMk/>
            <pc:sldMk cId="0" sldId="258"/>
            <ac:picMk id="36" creationId="{7307C416-72CC-0324-26BF-11DC7E734641}"/>
          </ac:picMkLst>
        </pc:picChg>
      </pc:sldChg>
      <pc:sldChg chg="addSp delSp modSp mod">
        <pc:chgData name="ATHIN SIVA" userId="07036fc04a0a692c" providerId="LiveId" clId="{12DBB72F-E478-4B84-98FA-3BBBE7190C8D}" dt="2026-08-25T03:20:48.588" v="93" actId="403"/>
        <pc:sldMkLst>
          <pc:docMk/>
          <pc:sldMk cId="0" sldId="259"/>
        </pc:sldMkLst>
        <pc:spChg chg="mod">
          <ac:chgData name="ATHIN SIVA" userId="07036fc04a0a692c" providerId="LiveId" clId="{12DBB72F-E478-4B84-98FA-3BBBE7190C8D}" dt="2026-08-25T03:20:48.588" v="93" actId="403"/>
          <ac:spMkLst>
            <pc:docMk/>
            <pc:sldMk cId="0" sldId="259"/>
            <ac:spMk id="6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48.588" v="93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48.588" v="93" actId="40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48.588" v="93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48.588" v="93" actId="40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0:48.588" v="93" actId="403"/>
          <ac:spMkLst>
            <pc:docMk/>
            <pc:sldMk cId="0" sldId="259"/>
            <ac:spMk id="26" creationId="{00000000-0000-0000-0000-000000000000}"/>
          </ac:spMkLst>
        </pc:spChg>
      </pc:sldChg>
      <pc:sldChg chg="addSp modSp mod">
        <pc:chgData name="ATHIN SIVA" userId="07036fc04a0a692c" providerId="LiveId" clId="{12DBB72F-E478-4B84-98FA-3BBBE7190C8D}" dt="2026-08-25T03:21:51.192" v="106" actId="403"/>
        <pc:sldMkLst>
          <pc:docMk/>
          <pc:sldMk cId="0" sldId="260"/>
        </pc:sldMkLst>
        <pc:spChg chg="mod">
          <ac:chgData name="ATHIN SIVA" userId="07036fc04a0a692c" providerId="LiveId" clId="{12DBB72F-E478-4B84-98FA-3BBBE7190C8D}" dt="2026-08-25T03:21:51.192" v="106" actId="403"/>
          <ac:spMkLst>
            <pc:docMk/>
            <pc:sldMk cId="0" sldId="260"/>
            <ac:spMk id="27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51.192" v="106" actId="403"/>
          <ac:spMkLst>
            <pc:docMk/>
            <pc:sldMk cId="0" sldId="260"/>
            <ac:spMk id="29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51.192" v="106" actId="403"/>
          <ac:spMkLst>
            <pc:docMk/>
            <pc:sldMk cId="0" sldId="260"/>
            <ac:spMk id="31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51.192" v="106" actId="403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51.192" v="106" actId="403"/>
          <ac:spMkLst>
            <pc:docMk/>
            <pc:sldMk cId="0" sldId="260"/>
            <ac:spMk id="35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51.192" v="106" actId="403"/>
          <ac:spMkLst>
            <pc:docMk/>
            <pc:sldMk cId="0" sldId="260"/>
            <ac:spMk id="37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51.192" v="106" actId="403"/>
          <ac:spMkLst>
            <pc:docMk/>
            <pc:sldMk cId="0" sldId="260"/>
            <ac:spMk id="39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51.192" v="106" actId="403"/>
          <ac:spMkLst>
            <pc:docMk/>
            <pc:sldMk cId="0" sldId="260"/>
            <ac:spMk id="41" creationId="{00000000-0000-0000-0000-000000000000}"/>
          </ac:spMkLst>
        </pc:spChg>
        <pc:picChg chg="add mod">
          <ac:chgData name="ATHIN SIVA" userId="07036fc04a0a692c" providerId="LiveId" clId="{12DBB72F-E478-4B84-98FA-3BBBE7190C8D}" dt="2026-08-18T08:06:27.735" v="15" actId="1035"/>
          <ac:picMkLst>
            <pc:docMk/>
            <pc:sldMk cId="0" sldId="260"/>
            <ac:picMk id="44" creationId="{F0E3EEB0-2F85-D32F-E034-AEAB38DD76C0}"/>
          </ac:picMkLst>
        </pc:picChg>
        <pc:picChg chg="add mod">
          <ac:chgData name="ATHIN SIVA" userId="07036fc04a0a692c" providerId="LiveId" clId="{12DBB72F-E478-4B84-98FA-3BBBE7190C8D}" dt="2026-08-18T08:14:53.819" v="40" actId="1076"/>
          <ac:picMkLst>
            <pc:docMk/>
            <pc:sldMk cId="0" sldId="260"/>
            <ac:picMk id="46" creationId="{EC270013-BDD7-8771-1748-814232096138}"/>
          </ac:picMkLst>
        </pc:picChg>
      </pc:sldChg>
      <pc:sldChg chg="addSp modSp mod">
        <pc:chgData name="ATHIN SIVA" userId="07036fc04a0a692c" providerId="LiveId" clId="{12DBB72F-E478-4B84-98FA-3BBBE7190C8D}" dt="2026-08-18T08:08:03.218" v="30" actId="1035"/>
        <pc:sldMkLst>
          <pc:docMk/>
          <pc:sldMk cId="0" sldId="262"/>
        </pc:sldMkLst>
        <pc:picChg chg="add mod">
          <ac:chgData name="ATHIN SIVA" userId="07036fc04a0a692c" providerId="LiveId" clId="{12DBB72F-E478-4B84-98FA-3BBBE7190C8D}" dt="2026-08-18T08:08:03.218" v="30" actId="1035"/>
          <ac:picMkLst>
            <pc:docMk/>
            <pc:sldMk cId="0" sldId="262"/>
            <ac:picMk id="42" creationId="{15C29A43-EA3B-23A9-9712-9D02451747E1}"/>
          </ac:picMkLst>
        </pc:picChg>
      </pc:sldChg>
      <pc:sldChg chg="addSp modSp mod">
        <pc:chgData name="ATHIN SIVA" userId="07036fc04a0a692c" providerId="LiveId" clId="{12DBB72F-E478-4B84-98FA-3BBBE7190C8D}" dt="2026-08-18T08:07:05.084" v="24" actId="1036"/>
        <pc:sldMkLst>
          <pc:docMk/>
          <pc:sldMk cId="0" sldId="264"/>
        </pc:sldMkLst>
        <pc:picChg chg="add mod">
          <ac:chgData name="ATHIN SIVA" userId="07036fc04a0a692c" providerId="LiveId" clId="{12DBB72F-E478-4B84-98FA-3BBBE7190C8D}" dt="2026-08-18T08:07:05.084" v="24" actId="1036"/>
          <ac:picMkLst>
            <pc:docMk/>
            <pc:sldMk cId="0" sldId="264"/>
            <ac:picMk id="37" creationId="{620DA436-E0C9-2ACE-DC36-DB44AD46436D}"/>
          </ac:picMkLst>
        </pc:picChg>
      </pc:sldChg>
      <pc:sldChg chg="addSp modSp mod">
        <pc:chgData name="ATHIN SIVA" userId="07036fc04a0a692c" providerId="LiveId" clId="{12DBB72F-E478-4B84-98FA-3BBBE7190C8D}" dt="2026-08-25T03:21:37.428" v="104" actId="403"/>
        <pc:sldMkLst>
          <pc:docMk/>
          <pc:sldMk cId="0" sldId="266"/>
        </pc:sldMkLst>
        <pc:spChg chg="mod">
          <ac:chgData name="ATHIN SIVA" userId="07036fc04a0a692c" providerId="LiveId" clId="{12DBB72F-E478-4B84-98FA-3BBBE7190C8D}" dt="2026-08-25T03:21:37.428" v="104" actId="403"/>
          <ac:spMkLst>
            <pc:docMk/>
            <pc:sldMk cId="0" sldId="266"/>
            <ac:spMk id="6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26.816" v="102" actId="403"/>
          <ac:spMkLst>
            <pc:docMk/>
            <pc:sldMk cId="0" sldId="266"/>
            <ac:spMk id="8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26.816" v="102" actId="403"/>
          <ac:spMkLst>
            <pc:docMk/>
            <pc:sldMk cId="0" sldId="266"/>
            <ac:spMk id="10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26.816" v="102" actId="403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26.816" v="102" actId="403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26.816" v="102" actId="403"/>
          <ac:spMkLst>
            <pc:docMk/>
            <pc:sldMk cId="0" sldId="266"/>
            <ac:spMk id="16" creationId="{00000000-0000-0000-0000-000000000000}"/>
          </ac:spMkLst>
        </pc:spChg>
        <pc:picChg chg="add">
          <ac:chgData name="ATHIN SIVA" userId="07036fc04a0a692c" providerId="LiveId" clId="{12DBB72F-E478-4B84-98FA-3BBBE7190C8D}" dt="2026-08-18T08:06:32.241" v="16" actId="22"/>
          <ac:picMkLst>
            <pc:docMk/>
            <pc:sldMk cId="0" sldId="266"/>
            <ac:picMk id="18" creationId="{CEF01920-B3E8-F004-E1F2-3F11EB437E33}"/>
          </ac:picMkLst>
        </pc:picChg>
        <pc:picChg chg="add mod">
          <ac:chgData name="ATHIN SIVA" userId="07036fc04a0a692c" providerId="LiveId" clId="{12DBB72F-E478-4B84-98FA-3BBBE7190C8D}" dt="2026-08-18T08:15:14.277" v="42" actId="1076"/>
          <ac:picMkLst>
            <pc:docMk/>
            <pc:sldMk cId="0" sldId="266"/>
            <ac:picMk id="20" creationId="{C09316F3-57B9-7596-6A40-608D58C55E14}"/>
          </ac:picMkLst>
        </pc:picChg>
      </pc:sldChg>
      <pc:sldChg chg="modSp mod">
        <pc:chgData name="ATHIN SIVA" userId="07036fc04a0a692c" providerId="LiveId" clId="{12DBB72F-E478-4B84-98FA-3BBBE7190C8D}" dt="2026-08-25T03:21:16.845" v="99" actId="404"/>
        <pc:sldMkLst>
          <pc:docMk/>
          <pc:sldMk cId="0" sldId="267"/>
        </pc:sldMkLst>
        <pc:spChg chg="mod">
          <ac:chgData name="ATHIN SIVA" userId="07036fc04a0a692c" providerId="LiveId" clId="{12DBB72F-E478-4B84-98FA-3BBBE7190C8D}" dt="2026-08-25T03:21:16.845" v="99" actId="404"/>
          <ac:spMkLst>
            <pc:docMk/>
            <pc:sldMk cId="0" sldId="267"/>
            <ac:spMk id="4" creationId="{00000000-0000-0000-0000-000000000000}"/>
          </ac:spMkLst>
        </pc:spChg>
        <pc:spChg chg="mod">
          <ac:chgData name="ATHIN SIVA" userId="07036fc04a0a692c" providerId="LiveId" clId="{12DBB72F-E478-4B84-98FA-3BBBE7190C8D}" dt="2026-08-18T08:48:20.817" v="82" actId="14100"/>
          <ac:spMkLst>
            <pc:docMk/>
            <pc:sldMk cId="0" sldId="267"/>
            <ac:spMk id="5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16.845" v="99" actId="404"/>
          <ac:spMkLst>
            <pc:docMk/>
            <pc:sldMk cId="0" sldId="267"/>
            <ac:spMk id="6" creationId="{00000000-0000-0000-0000-000000000000}"/>
          </ac:spMkLst>
        </pc:spChg>
        <pc:spChg chg="mod">
          <ac:chgData name="ATHIN SIVA" userId="07036fc04a0a692c" providerId="LiveId" clId="{12DBB72F-E478-4B84-98FA-3BBBE7190C8D}" dt="2026-08-18T08:48:20.817" v="82" actId="14100"/>
          <ac:spMkLst>
            <pc:docMk/>
            <pc:sldMk cId="0" sldId="267"/>
            <ac:spMk id="7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16.845" v="99" actId="404"/>
          <ac:spMkLst>
            <pc:docMk/>
            <pc:sldMk cId="0" sldId="267"/>
            <ac:spMk id="8" creationId="{00000000-0000-0000-0000-000000000000}"/>
          </ac:spMkLst>
        </pc:spChg>
        <pc:spChg chg="mod">
          <ac:chgData name="ATHIN SIVA" userId="07036fc04a0a692c" providerId="LiveId" clId="{12DBB72F-E478-4B84-98FA-3BBBE7190C8D}" dt="2026-08-18T08:48:20.817" v="82" actId="14100"/>
          <ac:spMkLst>
            <pc:docMk/>
            <pc:sldMk cId="0" sldId="267"/>
            <ac:spMk id="9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16.845" v="99" actId="404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THIN SIVA" userId="07036fc04a0a692c" providerId="LiveId" clId="{12DBB72F-E478-4B84-98FA-3BBBE7190C8D}" dt="2026-08-18T08:48:20.817" v="82" actId="1410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16.845" v="99" actId="404"/>
          <ac:spMkLst>
            <pc:docMk/>
            <pc:sldMk cId="0" sldId="267"/>
            <ac:spMk id="12" creationId="{00000000-0000-0000-0000-000000000000}"/>
          </ac:spMkLst>
        </pc:spChg>
        <pc:spChg chg="mod">
          <ac:chgData name="ATHIN SIVA" userId="07036fc04a0a692c" providerId="LiveId" clId="{12DBB72F-E478-4B84-98FA-3BBBE7190C8D}" dt="2026-08-18T08:48:20.817" v="82" actId="14100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16.845" v="99" actId="404"/>
          <ac:spMkLst>
            <pc:docMk/>
            <pc:sldMk cId="0" sldId="267"/>
            <ac:spMk id="14" creationId="{00000000-0000-0000-0000-000000000000}"/>
          </ac:spMkLst>
        </pc:spChg>
      </pc:sldChg>
      <pc:sldChg chg="addSp modSp mod">
        <pc:chgData name="ATHIN SIVA" userId="07036fc04a0a692c" providerId="LiveId" clId="{12DBB72F-E478-4B84-98FA-3BBBE7190C8D}" dt="2026-08-18T08:06:47.872" v="20" actId="14100"/>
        <pc:sldMkLst>
          <pc:docMk/>
          <pc:sldMk cId="0" sldId="270"/>
        </pc:sldMkLst>
        <pc:picChg chg="add mod">
          <ac:chgData name="ATHIN SIVA" userId="07036fc04a0a692c" providerId="LiveId" clId="{12DBB72F-E478-4B84-98FA-3BBBE7190C8D}" dt="2026-08-18T08:06:47.872" v="20" actId="14100"/>
          <ac:picMkLst>
            <pc:docMk/>
            <pc:sldMk cId="0" sldId="270"/>
            <ac:picMk id="5" creationId="{634E4258-8EDD-8E15-3B34-5C251F025BD3}"/>
          </ac:picMkLst>
        </pc:picChg>
      </pc:sldChg>
      <pc:sldChg chg="addSp delSp modSp mod">
        <pc:chgData name="ATHIN SIVA" userId="07036fc04a0a692c" providerId="LiveId" clId="{12DBB72F-E478-4B84-98FA-3BBBE7190C8D}" dt="2026-08-25T04:20:02.742" v="128" actId="14100"/>
        <pc:sldMkLst>
          <pc:docMk/>
          <pc:sldMk cId="0" sldId="272"/>
        </pc:sldMkLst>
        <pc:spChg chg="mod">
          <ac:chgData name="ATHIN SIVA" userId="07036fc04a0a692c" providerId="LiveId" clId="{12DBB72F-E478-4B84-98FA-3BBBE7190C8D}" dt="2026-08-18T08:28:46.737" v="78" actId="14100"/>
          <ac:spMkLst>
            <pc:docMk/>
            <pc:sldMk cId="0" sldId="272"/>
            <ac:spMk id="2" creationId="{00000000-0000-0000-0000-000000000000}"/>
          </ac:spMkLst>
        </pc:spChg>
        <pc:picChg chg="add">
          <ac:chgData name="ATHIN SIVA" userId="07036fc04a0a692c" providerId="LiveId" clId="{12DBB72F-E478-4B84-98FA-3BBBE7190C8D}" dt="2026-08-18T08:07:08.316" v="25" actId="22"/>
          <ac:picMkLst>
            <pc:docMk/>
            <pc:sldMk cId="0" sldId="272"/>
            <ac:picMk id="5" creationId="{89233FB6-F138-5E5B-D012-7B48001F6096}"/>
          </ac:picMkLst>
        </pc:picChg>
        <pc:picChg chg="add mod">
          <ac:chgData name="ATHIN SIVA" userId="07036fc04a0a692c" providerId="LiveId" clId="{12DBB72F-E478-4B84-98FA-3BBBE7190C8D}" dt="2026-08-25T04:20:02.742" v="128" actId="14100"/>
          <ac:picMkLst>
            <pc:docMk/>
            <pc:sldMk cId="0" sldId="272"/>
            <ac:picMk id="6" creationId="{2D876E41-0559-A077-3F3F-056F731F1228}"/>
          </ac:picMkLst>
        </pc:picChg>
      </pc:sldChg>
      <pc:sldChg chg="addSp modSp mod">
        <pc:chgData name="ATHIN SIVA" userId="07036fc04a0a692c" providerId="LiveId" clId="{12DBB72F-E478-4B84-98FA-3BBBE7190C8D}" dt="2026-08-25T03:21:05.284" v="97" actId="403"/>
        <pc:sldMkLst>
          <pc:docMk/>
          <pc:sldMk cId="0" sldId="273"/>
        </pc:sldMkLst>
        <pc:spChg chg="mod">
          <ac:chgData name="ATHIN SIVA" userId="07036fc04a0a692c" providerId="LiveId" clId="{12DBB72F-E478-4B84-98FA-3BBBE7190C8D}" dt="2026-08-25T03:21:05.284" v="97" actId="403"/>
          <ac:spMkLst>
            <pc:docMk/>
            <pc:sldMk cId="0" sldId="273"/>
            <ac:spMk id="20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05.284" v="97" actId="403"/>
          <ac:spMkLst>
            <pc:docMk/>
            <pc:sldMk cId="0" sldId="273"/>
            <ac:spMk id="22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05.284" v="97" actId="403"/>
          <ac:spMkLst>
            <pc:docMk/>
            <pc:sldMk cId="0" sldId="273"/>
            <ac:spMk id="23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05.284" v="97" actId="403"/>
          <ac:spMkLst>
            <pc:docMk/>
            <pc:sldMk cId="0" sldId="273"/>
            <ac:spMk id="26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05.284" v="97" actId="403"/>
          <ac:spMkLst>
            <pc:docMk/>
            <pc:sldMk cId="0" sldId="273"/>
            <ac:spMk id="27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05.284" v="97" actId="403"/>
          <ac:spMkLst>
            <pc:docMk/>
            <pc:sldMk cId="0" sldId="273"/>
            <ac:spMk id="30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05.284" v="97" actId="403"/>
          <ac:spMkLst>
            <pc:docMk/>
            <pc:sldMk cId="0" sldId="273"/>
            <ac:spMk id="31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05.284" v="97" actId="403"/>
          <ac:spMkLst>
            <pc:docMk/>
            <pc:sldMk cId="0" sldId="273"/>
            <ac:spMk id="34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05.284" v="97" actId="403"/>
          <ac:spMkLst>
            <pc:docMk/>
            <pc:sldMk cId="0" sldId="273"/>
            <ac:spMk id="35" creationId="{00000000-0000-0000-0000-000000000000}"/>
          </ac:spMkLst>
        </pc:spChg>
        <pc:spChg chg="mod">
          <ac:chgData name="ATHIN SIVA" userId="07036fc04a0a692c" providerId="LiveId" clId="{12DBB72F-E478-4B84-98FA-3BBBE7190C8D}" dt="2026-08-25T03:21:05.284" v="97" actId="403"/>
          <ac:spMkLst>
            <pc:docMk/>
            <pc:sldMk cId="0" sldId="273"/>
            <ac:spMk id="39" creationId="{00000000-0000-0000-0000-000000000000}"/>
          </ac:spMkLst>
        </pc:spChg>
        <pc:picChg chg="mod">
          <ac:chgData name="ATHIN SIVA" userId="07036fc04a0a692c" providerId="LiveId" clId="{12DBB72F-E478-4B84-98FA-3BBBE7190C8D}" dt="2026-08-25T03:20:57.723" v="95" actId="1076"/>
          <ac:picMkLst>
            <pc:docMk/>
            <pc:sldMk cId="0" sldId="273"/>
            <ac:picMk id="2" creationId="{00000000-0000-0000-0000-000000000000}"/>
          </ac:picMkLst>
        </pc:picChg>
        <pc:picChg chg="add mod">
          <ac:chgData name="ATHIN SIVA" userId="07036fc04a0a692c" providerId="LiveId" clId="{12DBB72F-E478-4B84-98FA-3BBBE7190C8D}" dt="2026-08-18T08:06:56.145" v="22" actId="1076"/>
          <ac:picMkLst>
            <pc:docMk/>
            <pc:sldMk cId="0" sldId="273"/>
            <ac:picMk id="6" creationId="{100B9542-C9FE-3459-3345-1CE814F353D2}"/>
          </ac:picMkLst>
        </pc:picChg>
      </pc:sldChg>
      <pc:sldChg chg="addSp modSp mod">
        <pc:chgData name="ATHIN SIVA" userId="07036fc04a0a692c" providerId="LiveId" clId="{12DBB72F-E478-4B84-98FA-3BBBE7190C8D}" dt="2026-08-18T08:15:43.758" v="46" actId="1076"/>
        <pc:sldMkLst>
          <pc:docMk/>
          <pc:sldMk cId="0" sldId="274"/>
        </pc:sldMkLst>
        <pc:picChg chg="add mod">
          <ac:chgData name="ATHIN SIVA" userId="07036fc04a0a692c" providerId="LiveId" clId="{12DBB72F-E478-4B84-98FA-3BBBE7190C8D}" dt="2026-08-18T08:15:43.758" v="46" actId="1076"/>
          <ac:picMkLst>
            <pc:docMk/>
            <pc:sldMk cId="0" sldId="274"/>
            <ac:picMk id="4" creationId="{8CD85C6F-90DD-AEC8-6607-FB2EDF8D74B0}"/>
          </ac:picMkLst>
        </pc:picChg>
      </pc:sldChg>
      <pc:sldChg chg="addSp modSp new mod ord">
        <pc:chgData name="ATHIN SIVA" userId="07036fc04a0a692c" providerId="LiveId" clId="{12DBB72F-E478-4B84-98FA-3BBBE7190C8D}" dt="2026-08-25T03:25:56.933" v="109" actId="113"/>
        <pc:sldMkLst>
          <pc:docMk/>
          <pc:sldMk cId="4232875931" sldId="275"/>
        </pc:sldMkLst>
        <pc:spChg chg="add mod">
          <ac:chgData name="ATHIN SIVA" userId="07036fc04a0a692c" providerId="LiveId" clId="{12DBB72F-E478-4B84-98FA-3BBBE7190C8D}" dt="2026-08-25T03:25:56.933" v="109" actId="113"/>
          <ac:spMkLst>
            <pc:docMk/>
            <pc:sldMk cId="4232875931" sldId="275"/>
            <ac:spMk id="3" creationId="{5ED6E556-18FB-43D6-0009-BC77DE662E13}"/>
          </ac:spMkLst>
        </pc:spChg>
        <pc:picChg chg="add ord">
          <ac:chgData name="ATHIN SIVA" userId="07036fc04a0a692c" providerId="LiveId" clId="{12DBB72F-E478-4B84-98FA-3BBBE7190C8D}" dt="2026-08-18T08:23:01.421" v="57" actId="167"/>
          <ac:picMkLst>
            <pc:docMk/>
            <pc:sldMk cId="4232875931" sldId="275"/>
            <ac:picMk id="5" creationId="{A281779E-4E3A-C079-77AD-BEAF12B9F565}"/>
          </ac:picMkLst>
        </pc:picChg>
        <pc:picChg chg="add mod">
          <ac:chgData name="ATHIN SIVA" userId="07036fc04a0a692c" providerId="LiveId" clId="{12DBB72F-E478-4B84-98FA-3BBBE7190C8D}" dt="2026-08-18T08:24:47.307" v="73" actId="1076"/>
          <ac:picMkLst>
            <pc:docMk/>
            <pc:sldMk cId="4232875931" sldId="275"/>
            <ac:picMk id="7" creationId="{81291C56-CD77-7252-7EEA-B3C9A1F7D172}"/>
          </ac:picMkLst>
        </pc:picChg>
        <pc:picChg chg="add">
          <ac:chgData name="ATHIN SIVA" userId="07036fc04a0a692c" providerId="LiveId" clId="{12DBB72F-E478-4B84-98FA-3BBBE7190C8D}" dt="2026-08-18T08:24:55.019" v="74" actId="22"/>
          <ac:picMkLst>
            <pc:docMk/>
            <pc:sldMk cId="4232875931" sldId="275"/>
            <ac:picMk id="9" creationId="{0C723EBB-3BE1-D27B-DA8B-CF054E3F0383}"/>
          </ac:picMkLst>
        </pc:picChg>
      </pc:sldChg>
      <pc:sldChg chg="addSp delSp modSp new mod ord">
        <pc:chgData name="ATHIN SIVA" userId="07036fc04a0a692c" providerId="LiveId" clId="{12DBB72F-E478-4B84-98FA-3BBBE7190C8D}" dt="2026-08-29T05:44:26.118" v="154" actId="1037"/>
        <pc:sldMkLst>
          <pc:docMk/>
          <pc:sldMk cId="514735769" sldId="276"/>
        </pc:sldMkLst>
        <pc:spChg chg="add mod">
          <ac:chgData name="ATHIN SIVA" userId="07036fc04a0a692c" providerId="LiveId" clId="{12DBB72F-E478-4B84-98FA-3BBBE7190C8D}" dt="2026-08-25T03:41:52.724" v="124" actId="1076"/>
          <ac:spMkLst>
            <pc:docMk/>
            <pc:sldMk cId="514735769" sldId="276"/>
            <ac:spMk id="11" creationId="{EC2B90DF-0BC7-5033-F647-30BFFE1E5B67}"/>
          </ac:spMkLst>
        </pc:spChg>
        <pc:picChg chg="add">
          <ac:chgData name="ATHIN SIVA" userId="07036fc04a0a692c" providerId="LiveId" clId="{12DBB72F-E478-4B84-98FA-3BBBE7190C8D}" dt="2026-08-25T03:34:36.325" v="111" actId="22"/>
          <ac:picMkLst>
            <pc:docMk/>
            <pc:sldMk cId="514735769" sldId="276"/>
            <ac:picMk id="3" creationId="{E3E06AEB-8E13-B98B-21C5-3C9935C0E809}"/>
          </ac:picMkLst>
        </pc:picChg>
        <pc:picChg chg="add">
          <ac:chgData name="ATHIN SIVA" userId="07036fc04a0a692c" providerId="LiveId" clId="{12DBB72F-E478-4B84-98FA-3BBBE7190C8D}" dt="2026-08-25T03:34:47.348" v="112" actId="22"/>
          <ac:picMkLst>
            <pc:docMk/>
            <pc:sldMk cId="514735769" sldId="276"/>
            <ac:picMk id="5" creationId="{E32B9912-3F6C-2CB7-EB7D-C0A40536F019}"/>
          </ac:picMkLst>
        </pc:picChg>
        <pc:picChg chg="add mod">
          <ac:chgData name="ATHIN SIVA" userId="07036fc04a0a692c" providerId="LiveId" clId="{12DBB72F-E478-4B84-98FA-3BBBE7190C8D}" dt="2026-08-29T05:44:26.118" v="154" actId="1037"/>
          <ac:picMkLst>
            <pc:docMk/>
            <pc:sldMk cId="514735769" sldId="276"/>
            <ac:picMk id="9" creationId="{20DD09EF-309B-0470-83E6-AD6D1EF0CA5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.png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shot 2026-08-15 1950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0900" cy="6858000"/>
          </a:xfrm>
          <a:prstGeom prst="rect">
            <a:avLst/>
          </a:prstGeom>
        </p:spPr>
      </p:pic>
      <p:pic>
        <p:nvPicPr>
          <p:cNvPr id="2" name="Picture 1" descr="Saveetha Institute of Medical and Technical Sciences Engineering Fests,  Symposiums in Chennai from June 2026 Technical, Cultural, Management,  Sports, Conferences, Semina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" y="239395"/>
            <a:ext cx="11967210" cy="135953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962910" y="3496310"/>
            <a:ext cx="656399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AI-Based Intelligent Maze Navigation and Optimal Path Planning System</a:t>
            </a:r>
            <a:endParaRPr lang="en-US" altLang="en-US" sz="20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843010" y="5582920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b="1" dirty="0">
                <a:sym typeface="+mn-ea"/>
              </a:rPr>
              <a:t>DONE BY</a:t>
            </a:r>
          </a:p>
          <a:p>
            <a:pPr algn="l"/>
            <a:r>
              <a:rPr lang="en-IN" dirty="0">
                <a:sym typeface="+mn-ea"/>
              </a:rPr>
              <a:t>ATHIN SIVA S (192524237)</a:t>
            </a:r>
          </a:p>
          <a:p>
            <a:pPr algn="l"/>
            <a:r>
              <a:rPr lang="en-IN" dirty="0">
                <a:sym typeface="+mn-ea"/>
              </a:rPr>
              <a:t>M.VIDYADHAR(192511467)</a:t>
            </a:r>
          </a:p>
          <a:p>
            <a:pPr algn="l"/>
            <a:r>
              <a:rPr lang="en-IN" dirty="0">
                <a:sym typeface="+mn-ea"/>
              </a:rPr>
              <a:t>KUSHAL KUMAR(192524068)</a:t>
            </a:r>
          </a:p>
          <a:p>
            <a:pPr algn="l"/>
            <a:endParaRPr lang="en-IN" dirty="0">
              <a:sym typeface="+mn-ea"/>
            </a:endParaRPr>
          </a:p>
          <a:p>
            <a:pPr algn="l"/>
            <a:endParaRPr lang="en-IN" dirty="0"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356610" y="230759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altLang="en-US" sz="2000" b="1" kern="0" spc="300" dirty="0">
                <a:solidFill>
                  <a:schemeClr val="tx1"/>
                </a:solidFill>
                <a:latin typeface="Cambria" panose="02040503050406030204" pitchFamily="34" charset="0"/>
                <a:ea typeface="Calibri" panose="020F0502020204030204" pitchFamily="34" charset="-122"/>
                <a:cs typeface="Cambria" panose="02040503050406030204" pitchFamily="34" charset="0"/>
                <a:sym typeface="+mn-ea"/>
              </a:rPr>
              <a:t>CSA1717-</a:t>
            </a:r>
            <a:r>
              <a:rPr lang="en-US" sz="2000" b="1" kern="0" spc="300" dirty="0">
                <a:solidFill>
                  <a:schemeClr val="tx1"/>
                </a:solidFill>
                <a:latin typeface="Cambria" panose="02040503050406030204" pitchFamily="34" charset="0"/>
                <a:ea typeface="Calibri" panose="020F0502020204030204" pitchFamily="34" charset="-122"/>
                <a:cs typeface="Cambria" panose="02040503050406030204" pitchFamily="34" charset="0"/>
                <a:sym typeface="+mn-ea"/>
              </a:rPr>
              <a:t>ARTIFICIAL INTELLIGENCE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3430905" y="278955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2000" dirty="0">
                <a:latin typeface="Bodoni MT" panose="02070603080606020203" charset="0"/>
                <a:cs typeface="Bodoni MT" panose="02070603080606020203" charset="0"/>
                <a:sym typeface="+mn-ea"/>
              </a:rPr>
              <a:t>CAPSTONE PROJECT PRESENTATION</a:t>
            </a:r>
          </a:p>
          <a:p>
            <a:pPr algn="l"/>
            <a:r>
              <a:rPr lang="en-IN" sz="2000" dirty="0">
                <a:latin typeface="Bodoni MT" panose="02070603080606020203" charset="0"/>
                <a:cs typeface="Bodoni MT" panose="02070603080606020203" charset="0"/>
                <a:sym typeface="+mn-ea"/>
              </a:rPr>
              <a:t>                                      On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379095" y="5561330"/>
            <a:ext cx="5640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/>
              <a:t>GUIDE BY</a:t>
            </a:r>
          </a:p>
          <a:p>
            <a:r>
              <a:rPr lang="en-IN" altLang="en-US"/>
              <a:t>Dr.M.ANOOP</a:t>
            </a:r>
          </a:p>
        </p:txBody>
      </p:sp>
      <p:sp>
        <p:nvSpPr>
          <p:cNvPr id="17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IN" altLang="en-US" sz="1000" dirty="0">
              <a:solidFill>
                <a:srgbClr val="8A8AB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shot 2026-08-15 195010">
            <a:extLst>
              <a:ext uri="{FF2B5EF4-FFF2-40B4-BE49-F238E27FC236}">
                <a16:creationId xmlns:a16="http://schemas.microsoft.com/office/drawing/2014/main" id="{A281779E-4E3A-C079-77AD-BEAF12B9F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635"/>
            <a:ext cx="12165965" cy="6924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D6E556-18FB-43D6-0009-BC77DE662E13}"/>
              </a:ext>
            </a:extLst>
          </p:cNvPr>
          <p:cNvSpPr txBox="1"/>
          <p:nvPr/>
        </p:nvSpPr>
        <p:spPr>
          <a:xfrm>
            <a:off x="579120" y="577563"/>
            <a:ext cx="59944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Abstract</a:t>
            </a:r>
          </a:p>
          <a:p>
            <a:pPr>
              <a:buNone/>
            </a:pPr>
            <a:endParaRPr lang="en-IN" sz="2400" b="1" dirty="0"/>
          </a:p>
          <a:p>
            <a:pPr algn="just">
              <a:buNone/>
            </a:pPr>
            <a:r>
              <a:rPr lang="en-IN" dirty="0"/>
              <a:t>The </a:t>
            </a:r>
            <a:r>
              <a:rPr lang="en-IN" b="1" dirty="0"/>
              <a:t>AI-Based Intelligent Maze Navigation and Optimal Path Planning System</a:t>
            </a:r>
            <a:r>
              <a:rPr lang="en-IN" dirty="0"/>
              <a:t> is an Artificial Intelligence-based solution designed to navigate through maze environments efficiently and identify the shortest and safest path from a starting point to the destination. The system generates maze environments, maps them into a searchable grid, detects obstacles, and uses the </a:t>
            </a:r>
            <a:r>
              <a:rPr lang="en-IN" b="1" dirty="0"/>
              <a:t>A* search algorithm</a:t>
            </a:r>
            <a:r>
              <a:rPr lang="en-IN" dirty="0"/>
              <a:t> to calculate an optimal route. By combining intelligent pathfinding with obstacle detection and visualization, the system provides faster and more accurate navigation compared with traditional brute-force methods. The proposed system is implemented using Python, with libraries such as NumPy, Matplotlib, and </a:t>
            </a:r>
            <a:r>
              <a:rPr lang="en-IN" dirty="0" err="1"/>
              <a:t>Pygame</a:t>
            </a:r>
            <a:r>
              <a:rPr lang="en-IN" dirty="0"/>
              <a:t>, and can be applied to autonomous robots, warehouse automation, self-driving vehicles, drones, search-and-rescue systems, and smart logistics.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291C56-CD77-7252-7EEA-B3C9A1F7D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800" y="1435735"/>
            <a:ext cx="5154793" cy="4053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723EBB-3BE1-D27B-DA8B-CF054E3F0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8788" y="-86442"/>
            <a:ext cx="134321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7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39" y="1417320"/>
            <a:ext cx="486905" cy="45720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5" name="Image 0" descr="/home/claude/maze_ppt/icons/bra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" y="1527048"/>
            <a:ext cx="253191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99032"/>
            <a:ext cx="60376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Maze navigation is a core problem studied in Artificial Intelligence.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48639" y="2313432"/>
            <a:ext cx="486905" cy="45720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8" name="Image 1" descr="/home/claude/maze_ppt/icons/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7" y="2423160"/>
            <a:ext cx="253191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95144"/>
            <a:ext cx="60376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enables autonomous agents to move through space intelligently.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48639" y="3209544"/>
            <a:ext cx="486905" cy="45720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11" name="Image 2" descr="/home/claude/maze_ppt/icons/rou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" y="3319272"/>
            <a:ext cx="253191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191256"/>
            <a:ext cx="60376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computes the shortest and safest route through the maze.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548639" y="4105656"/>
            <a:ext cx="486905" cy="45720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14" name="Image 3" descr="/home/claude/maze_ppt/icons/searc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7" y="4215384"/>
            <a:ext cx="253191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087368"/>
            <a:ext cx="60376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search algorithms drive real-time decision-making.</a:t>
            </a: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548639" y="5001768"/>
            <a:ext cx="486905" cy="45720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17" name="Image 4" descr="/home/claude/maze_ppt/icons/industr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7" y="5111496"/>
            <a:ext cx="253191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983480"/>
            <a:ext cx="60376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use spans robotics, automation, and self-driving vehicles.</a:t>
            </a:r>
            <a:endParaRPr lang="en-US" dirty="0"/>
          </a:p>
        </p:txBody>
      </p:sp>
      <p:sp>
        <p:nvSpPr>
          <p:cNvPr id="19" name="Shape 12"/>
          <p:cNvSpPr/>
          <p:nvPr/>
        </p:nvSpPr>
        <p:spPr>
          <a:xfrm>
            <a:off x="7589520" y="1417320"/>
            <a:ext cx="4023360" cy="4434840"/>
          </a:xfrm>
          <a:prstGeom prst="roundRect">
            <a:avLst>
              <a:gd name="adj" fmla="val 2727"/>
            </a:avLst>
          </a:prstGeom>
          <a:solidFill>
            <a:srgbClr val="1B1B3A"/>
          </a:solidFill>
          <a:effectLst>
            <a:outerShdw blurRad="101600" dist="38100" dir="5400000" algn="bl" rotWithShape="0">
              <a:srgbClr val="1B1B3A">
                <a:alpha val="3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9281160" y="2057400"/>
            <a:ext cx="914400" cy="91440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21" name="Image 5" descr="/home/claude/maze_ppt/icons/robot_1B1B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2276856"/>
            <a:ext cx="475488" cy="4754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589520" y="31089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7589520" y="3474720"/>
            <a:ext cx="4023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navigating a dynamic maze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intelligent search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7955280" y="4297680"/>
            <a:ext cx="1810512" cy="0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955280" y="4599432"/>
            <a:ext cx="1810512" cy="0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7955280" y="4901184"/>
            <a:ext cx="1810512" cy="0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955280" y="5202936"/>
            <a:ext cx="1810512" cy="0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955280" y="4297680"/>
            <a:ext cx="0" cy="905256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257032" y="4297680"/>
            <a:ext cx="0" cy="905256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558784" y="4297680"/>
            <a:ext cx="0" cy="905256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860536" y="4297680"/>
            <a:ext cx="0" cy="905256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9162288" y="4297680"/>
            <a:ext cx="0" cy="905256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9464040" y="4297680"/>
            <a:ext cx="0" cy="905256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9765792" y="4297680"/>
            <a:ext cx="0" cy="905256"/>
          </a:xfrm>
          <a:prstGeom prst="line">
            <a:avLst/>
          </a:prstGeom>
          <a:noFill/>
          <a:ln w="12700">
            <a:solidFill>
              <a:srgbClr val="3A3A7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955280" y="4599432"/>
            <a:ext cx="1207008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9162288" y="4599432"/>
            <a:ext cx="0" cy="603504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9162288" y="5202936"/>
            <a:ext cx="1810512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9FACCE6-ADB3-27FD-AF8A-9E064B487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8788" y="-96602"/>
            <a:ext cx="1343212" cy="1495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E0475C"/>
          </a:solidFill>
        </p:spPr>
      </p:sp>
      <p:pic>
        <p:nvPicPr>
          <p:cNvPr id="4" name="Image 0" descr="/home/claude/maze_ppt/icons/trian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1653235"/>
            <a:ext cx="213970" cy="2139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536192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maze-solving methods are computationally inefficient.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411480" cy="411480"/>
          </a:xfrm>
          <a:prstGeom prst="ellipse">
            <a:avLst/>
          </a:prstGeom>
          <a:solidFill>
            <a:srgbClr val="E0475C"/>
          </a:solidFill>
        </p:spPr>
      </p:sp>
      <p:pic>
        <p:nvPicPr>
          <p:cNvPr id="7" name="Image 1" descr="/home/claude/maze_ppt/icons/trian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243047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313432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mazes sharply increase processing time.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E0475C"/>
          </a:solidFill>
        </p:spPr>
      </p:sp>
      <p:pic>
        <p:nvPicPr>
          <p:cNvPr id="10" name="Image 2" descr="/home/claude/maze_ppt/icons/trian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3207715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090672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obstacles make real-time navigation difficult.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E0475C"/>
          </a:solidFill>
        </p:spPr>
      </p:sp>
      <p:pic>
        <p:nvPicPr>
          <p:cNvPr id="13" name="Image 3" descr="/home/claude/maze_ppt/icons/trian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3984955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867912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path planning lacks adaptability to change.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4709160"/>
            <a:ext cx="411480" cy="411480"/>
          </a:xfrm>
          <a:prstGeom prst="ellipse">
            <a:avLst/>
          </a:prstGeom>
          <a:solidFill>
            <a:srgbClr val="00B37E"/>
          </a:solidFill>
        </p:spPr>
      </p:sp>
      <p:pic>
        <p:nvPicPr>
          <p:cNvPr id="16" name="Image 4" descr="/home/claude/maze_ppt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" y="4807915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4690872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navigation provides an optimal, adaptive solution.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6309360" y="146304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  <a:effectLst>
            <a:outerShdw blurRad="76200" dist="25400" dir="5400000" algn="bl" rotWithShape="0">
              <a:srgbClr val="444477">
                <a:alpha val="15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6583680" y="1627632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047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Method</a:t>
            </a: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Slow, brute-force search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583680" y="2441448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No adaptability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83680" y="2825496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High computation cost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309360" y="365760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1B1B3A"/>
          </a:solidFill>
          <a:effectLst>
            <a:outerShdw blurRad="101600" dist="38100" dir="5400000" algn="bl" rotWithShape="0">
              <a:srgbClr val="1B1B3A">
                <a:alpha val="30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6583680" y="3822192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Navigation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6583680" y="425196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Fast, informed search (A*)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583680" y="4636008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Adapts to obstacles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583680" y="5020056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Optimized computation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2C01D9E-3460-AA4F-DCD5-4B53A81E1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8788" y="-86442"/>
            <a:ext cx="1343212" cy="1495634"/>
          </a:xfrm>
          <a:prstGeom prst="rect">
            <a:avLst/>
          </a:prstGeom>
        </p:spPr>
      </p:pic>
      <p:pic>
        <p:nvPicPr>
          <p:cNvPr id="36" name="Image 5" descr="/home/claude/maze_ppt/icons/robot_1B1B3A.png">
            <a:extLst>
              <a:ext uri="{FF2B5EF4-FFF2-40B4-BE49-F238E27FC236}">
                <a16:creationId xmlns:a16="http://schemas.microsoft.com/office/drawing/2014/main" id="{7307C416-72CC-0324-26BF-11DC7E7346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072" y="1598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4244A"/>
          </a:solidFill>
        </p:spPr>
      </p:sp>
      <p:sp>
        <p:nvSpPr>
          <p:cNvPr id="4" name="Shape 2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5" name="Image 0" descr="/home/claude/maze_ppt/icons/bullseye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1716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29718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an intelligent maze navigation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4244A"/>
          </a:solidFill>
        </p:spPr>
      </p:sp>
      <p:sp>
        <p:nvSpPr>
          <p:cNvPr id="8" name="Shape 5"/>
          <p:cNvSpPr/>
          <p:nvPr/>
        </p:nvSpPr>
        <p:spPr>
          <a:xfrm>
            <a:off x="4572000" y="1874520"/>
            <a:ext cx="594360" cy="59436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9" name="Image 1" descr="/home/claude/maze_ppt/icons/sitemap_1B1B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2017166"/>
            <a:ext cx="309067" cy="309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2606040"/>
            <a:ext cx="29718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maze environments programmatically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046720" y="1600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4244A"/>
          </a:solidFill>
        </p:spPr>
      </p:sp>
      <p:sp>
        <p:nvSpPr>
          <p:cNvPr id="12" name="Shape 8"/>
          <p:cNvSpPr/>
          <p:nvPr/>
        </p:nvSpPr>
        <p:spPr>
          <a:xfrm>
            <a:off x="8321040" y="1874520"/>
            <a:ext cx="594360" cy="59436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13" name="Image 2" descr="/home/claude/maze_ppt/icons/route_1B1B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86" y="201716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606040"/>
            <a:ext cx="29718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the shortest path using A* search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4244A"/>
          </a:solidFill>
        </p:spPr>
      </p:sp>
      <p:sp>
        <p:nvSpPr>
          <p:cNvPr id="16" name="Shape 11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17" name="Image 3" descr="/home/claude/maze_ppt/icons/triangle_1B1B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4303166"/>
            <a:ext cx="309067" cy="3090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4892040"/>
            <a:ext cx="29718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and avoid obstacles in real time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29768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4244A"/>
          </a:solidFill>
        </p:spPr>
      </p:sp>
      <p:sp>
        <p:nvSpPr>
          <p:cNvPr id="20" name="Shape 14"/>
          <p:cNvSpPr/>
          <p:nvPr/>
        </p:nvSpPr>
        <p:spPr>
          <a:xfrm>
            <a:off x="4572000" y="4160520"/>
            <a:ext cx="594360" cy="59436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21" name="Image 4" descr="/home/claude/maze_ppt/icons/chart_1B1B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646" y="4303166"/>
            <a:ext cx="309067" cy="30906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72000" y="4892040"/>
            <a:ext cx="29718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overall navigation efficiency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804672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4244A"/>
          </a:solidFill>
        </p:spPr>
      </p:sp>
      <p:sp>
        <p:nvSpPr>
          <p:cNvPr id="24" name="Shape 17"/>
          <p:cNvSpPr/>
          <p:nvPr/>
        </p:nvSpPr>
        <p:spPr>
          <a:xfrm>
            <a:off x="8321040" y="4160520"/>
            <a:ext cx="594360" cy="59436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25" name="Image 5" descr="/home/claude/maze_ppt/icons/mapmarked_1B1B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3686" y="4303166"/>
            <a:ext cx="309067" cy="30906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21040" y="4892040"/>
            <a:ext cx="29718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 navigation results clearly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5B3FE0"/>
          </a:solidFill>
        </p:spPr>
      </p:sp>
      <p:sp>
        <p:nvSpPr>
          <p:cNvPr id="4" name="Text 2"/>
          <p:cNvSpPr/>
          <p:nvPr/>
        </p:nvSpPr>
        <p:spPr>
          <a:xfrm>
            <a:off x="822960" y="1417320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 rot="10800000">
            <a:off x="2016252" y="1933956"/>
            <a:ext cx="128016" cy="109728"/>
          </a:xfrm>
          <a:prstGeom prst="triangle">
            <a:avLst/>
          </a:prstGeom>
          <a:solidFill>
            <a:srgbClr val="6B6B85"/>
          </a:solidFill>
        </p:spPr>
      </p:sp>
      <p:sp>
        <p:nvSpPr>
          <p:cNvPr id="6" name="Shape 4"/>
          <p:cNvSpPr/>
          <p:nvPr/>
        </p:nvSpPr>
        <p:spPr>
          <a:xfrm>
            <a:off x="822960" y="203911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6C4FE8"/>
          </a:solidFill>
        </p:spPr>
      </p:sp>
      <p:sp>
        <p:nvSpPr>
          <p:cNvPr id="7" name="Text 5"/>
          <p:cNvSpPr/>
          <p:nvPr/>
        </p:nvSpPr>
        <p:spPr>
          <a:xfrm>
            <a:off x="822960" y="2039112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Maze Generation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rot="10800000">
            <a:off x="2016252" y="2555748"/>
            <a:ext cx="128016" cy="109728"/>
          </a:xfrm>
          <a:prstGeom prst="triangle">
            <a:avLst/>
          </a:prstGeom>
          <a:solidFill>
            <a:srgbClr val="6B6B85"/>
          </a:solidFill>
        </p:spPr>
      </p:sp>
      <p:sp>
        <p:nvSpPr>
          <p:cNvPr id="9" name="Shape 7"/>
          <p:cNvSpPr/>
          <p:nvPr/>
        </p:nvSpPr>
        <p:spPr>
          <a:xfrm>
            <a:off x="822960" y="2660904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7D5EF0"/>
          </a:solidFill>
        </p:spPr>
      </p:sp>
      <p:sp>
        <p:nvSpPr>
          <p:cNvPr id="10" name="Text 8"/>
          <p:cNvSpPr/>
          <p:nvPr/>
        </p:nvSpPr>
        <p:spPr>
          <a:xfrm>
            <a:off x="822960" y="2660904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 Mapping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10800000">
            <a:off x="2016252" y="3177540"/>
            <a:ext cx="128016" cy="109728"/>
          </a:xfrm>
          <a:prstGeom prst="triangle">
            <a:avLst/>
          </a:prstGeom>
          <a:solidFill>
            <a:srgbClr val="6B6B85"/>
          </a:solidFill>
        </p:spPr>
      </p:sp>
      <p:sp>
        <p:nvSpPr>
          <p:cNvPr id="12" name="Shape 10"/>
          <p:cNvSpPr/>
          <p:nvPr/>
        </p:nvSpPr>
        <p:spPr>
          <a:xfrm>
            <a:off x="822960" y="3282696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8D6FF5"/>
          </a:solidFill>
        </p:spPr>
      </p:sp>
      <p:sp>
        <p:nvSpPr>
          <p:cNvPr id="13" name="Text 11"/>
          <p:cNvSpPr/>
          <p:nvPr/>
        </p:nvSpPr>
        <p:spPr>
          <a:xfrm>
            <a:off x="822960" y="3282696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Pathfinding Engine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10800000">
            <a:off x="2016252" y="3799332"/>
            <a:ext cx="128016" cy="109728"/>
          </a:xfrm>
          <a:prstGeom prst="triangle">
            <a:avLst/>
          </a:prstGeom>
          <a:solidFill>
            <a:srgbClr val="6B6B85"/>
          </a:solidFill>
        </p:spPr>
      </p:sp>
      <p:sp>
        <p:nvSpPr>
          <p:cNvPr id="15" name="Shape 13"/>
          <p:cNvSpPr/>
          <p:nvPr/>
        </p:nvSpPr>
        <p:spPr>
          <a:xfrm>
            <a:off x="822960" y="3904488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</p:spPr>
      </p:sp>
      <p:sp>
        <p:nvSpPr>
          <p:cNvPr id="16" name="Text 14"/>
          <p:cNvSpPr/>
          <p:nvPr/>
        </p:nvSpPr>
        <p:spPr>
          <a:xfrm>
            <a:off x="822960" y="3904488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Obstacle Detection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10800000">
            <a:off x="2016252" y="4421124"/>
            <a:ext cx="128016" cy="109728"/>
          </a:xfrm>
          <a:prstGeom prst="triangle">
            <a:avLst/>
          </a:prstGeom>
          <a:solidFill>
            <a:srgbClr val="6B6B85"/>
          </a:solidFill>
        </p:spPr>
      </p:sp>
      <p:sp>
        <p:nvSpPr>
          <p:cNvPr id="18" name="Shape 16"/>
          <p:cNvSpPr/>
          <p:nvPr/>
        </p:nvSpPr>
        <p:spPr>
          <a:xfrm>
            <a:off x="822960" y="452628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0BFE0"/>
          </a:solidFill>
        </p:spPr>
      </p:sp>
      <p:sp>
        <p:nvSpPr>
          <p:cNvPr id="19" name="Text 17"/>
          <p:cNvSpPr/>
          <p:nvPr/>
        </p:nvSpPr>
        <p:spPr>
          <a:xfrm>
            <a:off x="822960" y="4526280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Optimal Path Planning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rot="10800000">
            <a:off x="2016252" y="5042916"/>
            <a:ext cx="128016" cy="109728"/>
          </a:xfrm>
          <a:prstGeom prst="triangle">
            <a:avLst/>
          </a:prstGeom>
          <a:solidFill>
            <a:srgbClr val="6B6B85"/>
          </a:solidFill>
        </p:spPr>
      </p:sp>
      <p:sp>
        <p:nvSpPr>
          <p:cNvPr id="21" name="Shape 19"/>
          <p:cNvSpPr/>
          <p:nvPr/>
        </p:nvSpPr>
        <p:spPr>
          <a:xfrm>
            <a:off x="822960" y="514807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0A8C7"/>
          </a:solidFill>
        </p:spPr>
      </p:sp>
      <p:sp>
        <p:nvSpPr>
          <p:cNvPr id="22" name="Text 20"/>
          <p:cNvSpPr/>
          <p:nvPr/>
        </p:nvSpPr>
        <p:spPr>
          <a:xfrm>
            <a:off x="822960" y="5148072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 rot="10800000">
            <a:off x="2016252" y="5664708"/>
            <a:ext cx="128016" cy="109728"/>
          </a:xfrm>
          <a:prstGeom prst="triangle">
            <a:avLst/>
          </a:prstGeom>
          <a:solidFill>
            <a:srgbClr val="6B6B85"/>
          </a:solidFill>
        </p:spPr>
      </p:sp>
      <p:sp>
        <p:nvSpPr>
          <p:cNvPr id="24" name="Shape 22"/>
          <p:cNvSpPr/>
          <p:nvPr/>
        </p:nvSpPr>
        <p:spPr>
          <a:xfrm>
            <a:off x="822960" y="5769864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090AE"/>
          </a:solidFill>
        </p:spPr>
      </p:sp>
      <p:sp>
        <p:nvSpPr>
          <p:cNvPr id="25" name="Text 23"/>
          <p:cNvSpPr/>
          <p:nvPr/>
        </p:nvSpPr>
        <p:spPr>
          <a:xfrm>
            <a:off x="822960" y="5769864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Analysis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977640" y="1417320"/>
            <a:ext cx="76352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1645920"/>
            <a:ext cx="7040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Overview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297680" y="2249424"/>
            <a:ext cx="82296" cy="82296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29" name="Text 27"/>
          <p:cNvSpPr/>
          <p:nvPr/>
        </p:nvSpPr>
        <p:spPr>
          <a:xfrm>
            <a:off x="4526280" y="2121408"/>
            <a:ext cx="6766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provides maze size and settings as input.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97680" y="2816352"/>
            <a:ext cx="82296" cy="82296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1" name="Text 29"/>
          <p:cNvSpPr/>
          <p:nvPr/>
        </p:nvSpPr>
        <p:spPr>
          <a:xfrm>
            <a:off x="4526280" y="2688336"/>
            <a:ext cx="6766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generates a valid maze environment.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97680" y="3383280"/>
            <a:ext cx="82296" cy="82296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3" name="Text 31"/>
          <p:cNvSpPr/>
          <p:nvPr/>
        </p:nvSpPr>
        <p:spPr>
          <a:xfrm>
            <a:off x="4526280" y="3255264"/>
            <a:ext cx="6766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 is mapped into a searchable grid.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97680" y="3950208"/>
            <a:ext cx="82296" cy="82296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5" name="Text 33"/>
          <p:cNvSpPr/>
          <p:nvPr/>
        </p:nvSpPr>
        <p:spPr>
          <a:xfrm>
            <a:off x="4526280" y="3822192"/>
            <a:ext cx="6766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Pathfinding Engine computes an optimal route using A* search.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97680" y="4517136"/>
            <a:ext cx="82296" cy="82296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7" name="Text 35"/>
          <p:cNvSpPr/>
          <p:nvPr/>
        </p:nvSpPr>
        <p:spPr>
          <a:xfrm>
            <a:off x="4526280" y="4389120"/>
            <a:ext cx="6766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Obstacles are detected and the path is updated dynamically.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97680" y="5084064"/>
            <a:ext cx="82296" cy="82296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9" name="Text 37"/>
          <p:cNvSpPr/>
          <p:nvPr/>
        </p:nvSpPr>
        <p:spPr>
          <a:xfrm>
            <a:off x="4526280" y="4956048"/>
            <a:ext cx="6766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optimal path is finalized and rendered visually.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97680" y="5650992"/>
            <a:ext cx="82296" cy="82296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41" name="Text 39"/>
          <p:cNvSpPr/>
          <p:nvPr/>
        </p:nvSpPr>
        <p:spPr>
          <a:xfrm>
            <a:off x="4526280" y="5522976"/>
            <a:ext cx="6766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metrics such as time and path length are analyzed.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0E3EEB0-2F85-D32F-E034-AEAB38DD7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788" y="-86442"/>
            <a:ext cx="1343212" cy="1495634"/>
          </a:xfrm>
          <a:prstGeom prst="rect">
            <a:avLst/>
          </a:prstGeom>
        </p:spPr>
      </p:pic>
      <p:pic>
        <p:nvPicPr>
          <p:cNvPr id="46" name="Image 5" descr="/home/claude/maze_ppt/icons/robot_1B1B3A.png">
            <a:extLst>
              <a:ext uri="{FF2B5EF4-FFF2-40B4-BE49-F238E27FC236}">
                <a16:creationId xmlns:a16="http://schemas.microsoft.com/office/drawing/2014/main" id="{EC270013-BDD7-8771-1748-814232096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552" y="1607312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8-15 195010">
            <a:extLst>
              <a:ext uri="{FF2B5EF4-FFF2-40B4-BE49-F238E27FC236}">
                <a16:creationId xmlns:a16="http://schemas.microsoft.com/office/drawing/2014/main" id="{E3E06AEB-8E13-B98B-21C5-3C9935C0E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635"/>
            <a:ext cx="12165965" cy="6924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2B9912-3F6C-2CB7-EB7D-C0A40536F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59" y="-1"/>
            <a:ext cx="1056005" cy="1012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DD09EF-309B-0470-83E6-AD6D1EF0C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79" y="887145"/>
            <a:ext cx="10549383" cy="54101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2B90DF-0BC7-5033-F647-30BFFE1E5B67}"/>
              </a:ext>
            </a:extLst>
          </p:cNvPr>
          <p:cNvSpPr txBox="1"/>
          <p:nvPr/>
        </p:nvSpPr>
        <p:spPr>
          <a:xfrm>
            <a:off x="235070" y="178291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22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14735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24244A"/>
          </a:solidFill>
        </p:spPr>
      </p:sp>
      <p:sp>
        <p:nvSpPr>
          <p:cNvPr id="4" name="Shape 2"/>
          <p:cNvSpPr/>
          <p:nvPr/>
        </p:nvSpPr>
        <p:spPr>
          <a:xfrm>
            <a:off x="1531620" y="1828800"/>
            <a:ext cx="731520" cy="73152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5" name="Image 0" descr="/home/claude/maze_ppt/icons/sitemap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185" y="20043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Maze Generation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8680" y="3502152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8" name="Text 5"/>
          <p:cNvSpPr/>
          <p:nvPr/>
        </p:nvSpPr>
        <p:spPr>
          <a:xfrm>
            <a:off x="1051560" y="335584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maze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4005072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10" name="Text 7"/>
          <p:cNvSpPr/>
          <p:nvPr/>
        </p:nvSpPr>
        <p:spPr>
          <a:xfrm>
            <a:off x="1051560" y="385876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maze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02152" y="150876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24244A"/>
          </a:solidFill>
        </p:spPr>
      </p:sp>
      <p:sp>
        <p:nvSpPr>
          <p:cNvPr id="12" name="Shape 9"/>
          <p:cNvSpPr/>
          <p:nvPr/>
        </p:nvSpPr>
        <p:spPr>
          <a:xfrm>
            <a:off x="4485132" y="1828800"/>
            <a:ext cx="731520" cy="73152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13" name="Image 1" descr="/home/claude/maze_ppt/icons/route_1B1B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697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5032" y="2743200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Pathfinding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822192" y="3502152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16" name="Text 12"/>
          <p:cNvSpPr/>
          <p:nvPr/>
        </p:nvSpPr>
        <p:spPr>
          <a:xfrm>
            <a:off x="4005072" y="335584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A* Search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822192" y="4005072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18" name="Text 14"/>
          <p:cNvSpPr/>
          <p:nvPr/>
        </p:nvSpPr>
        <p:spPr>
          <a:xfrm>
            <a:off x="4005072" y="385876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Optimization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55664" y="150876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24244A"/>
          </a:solidFill>
        </p:spPr>
      </p:sp>
      <p:sp>
        <p:nvSpPr>
          <p:cNvPr id="20" name="Shape 16"/>
          <p:cNvSpPr/>
          <p:nvPr/>
        </p:nvSpPr>
        <p:spPr>
          <a:xfrm>
            <a:off x="7438644" y="1828800"/>
            <a:ext cx="731520" cy="73152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21" name="Image 2" descr="/home/claude/maze_ppt/icons/triangle_1B1B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4209" y="200436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38544" y="2743200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Obstacle Detection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775704" y="3502152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24" name="Text 19"/>
          <p:cNvSpPr/>
          <p:nvPr/>
        </p:nvSpPr>
        <p:spPr>
          <a:xfrm>
            <a:off x="6958584" y="335584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blocked cells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775704" y="4005072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26" name="Text 21"/>
          <p:cNvSpPr/>
          <p:nvPr/>
        </p:nvSpPr>
        <p:spPr>
          <a:xfrm>
            <a:off x="6958584" y="385876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navigation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409176" y="150876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24244A"/>
          </a:solidFill>
        </p:spPr>
      </p:sp>
      <p:sp>
        <p:nvSpPr>
          <p:cNvPr id="28" name="Shape 23"/>
          <p:cNvSpPr/>
          <p:nvPr/>
        </p:nvSpPr>
        <p:spPr>
          <a:xfrm>
            <a:off x="10392156" y="1828800"/>
            <a:ext cx="731520" cy="73152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29" name="Image 3" descr="/home/claude/maze_ppt/icons/mapmarked_1B1B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7721" y="2004365"/>
            <a:ext cx="380390" cy="38039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92056" y="2743200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9729216" y="3502152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2" name="Text 26"/>
          <p:cNvSpPr/>
          <p:nvPr/>
        </p:nvSpPr>
        <p:spPr>
          <a:xfrm>
            <a:off x="9912096" y="335584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maze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729216" y="4005072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4" name="Text 28"/>
          <p:cNvSpPr/>
          <p:nvPr/>
        </p:nvSpPr>
        <p:spPr>
          <a:xfrm>
            <a:off x="9912096" y="385876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shortest path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9729216" y="4507992"/>
            <a:ext cx="73152" cy="73152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6" name="Text 30"/>
          <p:cNvSpPr/>
          <p:nvPr/>
        </p:nvSpPr>
        <p:spPr>
          <a:xfrm>
            <a:off x="9912096" y="436168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A* Search Algorithm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1B1B3A"/>
          </a:solidFill>
        </p:spPr>
      </p:sp>
      <p:sp>
        <p:nvSpPr>
          <p:cNvPr id="4" name="Text 2"/>
          <p:cNvSpPr/>
          <p:nvPr/>
        </p:nvSpPr>
        <p:spPr>
          <a:xfrm>
            <a:off x="548640" y="1572768"/>
            <a:ext cx="5120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f(n) = g(n) + h(n)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g(n) = </a:t>
            </a:r>
            <a:r>
              <a:rPr lang="en-US" sz="125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Distance from start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h(n) = </a:t>
            </a:r>
            <a:r>
              <a:rPr lang="en-US" sz="125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Estimated distance to goal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Steps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329184" cy="329184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9" name="Text 7"/>
          <p:cNvSpPr/>
          <p:nvPr/>
        </p:nvSpPr>
        <p:spPr>
          <a:xfrm>
            <a:off x="548640" y="35661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54787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 open list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329184" cy="329184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12" name="Text 10"/>
          <p:cNvSpPr/>
          <p:nvPr/>
        </p:nvSpPr>
        <p:spPr>
          <a:xfrm>
            <a:off x="548640" y="40233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00507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lowest f(n)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329184" cy="329184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15" name="Text 13"/>
          <p:cNvSpPr/>
          <p:nvPr/>
        </p:nvSpPr>
        <p:spPr>
          <a:xfrm>
            <a:off x="548640" y="44805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46227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neighbors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329184" cy="329184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18" name="Text 16"/>
          <p:cNvSpPr/>
          <p:nvPr/>
        </p:nvSpPr>
        <p:spPr>
          <a:xfrm>
            <a:off x="548640" y="49377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91947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costs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329184" cy="329184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21" name="Text 19"/>
          <p:cNvSpPr/>
          <p:nvPr/>
        </p:nvSpPr>
        <p:spPr>
          <a:xfrm>
            <a:off x="548640" y="53949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537667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until goal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852160"/>
            <a:ext cx="329184" cy="329184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24" name="Text 22"/>
          <p:cNvSpPr/>
          <p:nvPr/>
        </p:nvSpPr>
        <p:spPr>
          <a:xfrm>
            <a:off x="548640" y="58521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583387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shortest path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89320" y="1417320"/>
            <a:ext cx="562356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627632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Flow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09360" y="2148840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5B3FE0"/>
          </a:solidFill>
        </p:spPr>
      </p:sp>
      <p:sp>
        <p:nvSpPr>
          <p:cNvPr id="29" name="Text 27"/>
          <p:cNvSpPr/>
          <p:nvPr/>
        </p:nvSpPr>
        <p:spPr>
          <a:xfrm>
            <a:off x="6309360" y="2148840"/>
            <a:ext cx="4480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Start: Add start node to open list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843784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0D4FF"/>
          </a:solidFill>
        </p:spPr>
      </p:sp>
      <p:sp>
        <p:nvSpPr>
          <p:cNvPr id="31" name="Text 29"/>
          <p:cNvSpPr/>
          <p:nvPr/>
        </p:nvSpPr>
        <p:spPr>
          <a:xfrm>
            <a:off x="6309360" y="2843784"/>
            <a:ext cx="4480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node with lowest f(n)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538728"/>
            <a:ext cx="4480560" cy="685800"/>
          </a:xfrm>
          <a:prstGeom prst="diamond">
            <a:avLst/>
          </a:prstGeom>
          <a:solidFill>
            <a:srgbClr val="5B3FE0"/>
          </a:solidFill>
        </p:spPr>
      </p:sp>
      <p:sp>
        <p:nvSpPr>
          <p:cNvPr id="33" name="Text 31"/>
          <p:cNvSpPr/>
          <p:nvPr/>
        </p:nvSpPr>
        <p:spPr>
          <a:xfrm>
            <a:off x="6309360" y="3538728"/>
            <a:ext cx="4480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 = Goal?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4352544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0D4FF"/>
          </a:solidFill>
        </p:spPr>
      </p:sp>
      <p:sp>
        <p:nvSpPr>
          <p:cNvPr id="35" name="Text 33"/>
          <p:cNvSpPr/>
          <p:nvPr/>
        </p:nvSpPr>
        <p:spPr>
          <a:xfrm>
            <a:off x="6309360" y="4352544"/>
            <a:ext cx="4480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neighbor nodes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5047488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5B3FE0"/>
          </a:solidFill>
        </p:spPr>
      </p:sp>
      <p:sp>
        <p:nvSpPr>
          <p:cNvPr id="37" name="Text 35"/>
          <p:cNvSpPr/>
          <p:nvPr/>
        </p:nvSpPr>
        <p:spPr>
          <a:xfrm>
            <a:off x="6309360" y="5047488"/>
            <a:ext cx="4480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g, h, f costs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5742432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0D4FF"/>
          </a:solidFill>
        </p:spPr>
      </p:sp>
      <p:sp>
        <p:nvSpPr>
          <p:cNvPr id="39" name="Text 37"/>
          <p:cNvSpPr/>
          <p:nvPr/>
        </p:nvSpPr>
        <p:spPr>
          <a:xfrm>
            <a:off x="6309360" y="5742432"/>
            <a:ext cx="4480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Shortest path found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5C29A43-EA3B-23A9-9712-9D0245174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788" y="-86442"/>
            <a:ext cx="1343212" cy="14956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5087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  <a:effectLst>
            <a:outerShdw blurRad="63500" dist="25400" dir="5400000" algn="bl" rotWithShape="0">
              <a:srgbClr val="444477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783080"/>
            <a:ext cx="640080" cy="64008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5" name="Image 0" descr="/home/claude/maze_ppt/icons/robo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819" y="19366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51760"/>
            <a:ext cx="23774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Robots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429000" y="15087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  <a:effectLst>
            <a:outerShdw blurRad="63500" dist="25400" dir="5400000" algn="bl" rotWithShape="0">
              <a:srgbClr val="444477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34840" y="1783080"/>
            <a:ext cx="640080" cy="64008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9" name="Image 1" descr="/home/claude/maze_ppt/icons/industr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459" y="19366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651760"/>
            <a:ext cx="23774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Warehouse Automation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63640" y="15087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  <a:effectLst>
            <a:outerShdw blurRad="63500" dist="25400" dir="5400000" algn="bl" rotWithShape="0">
              <a:srgbClr val="444477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269480" y="1783080"/>
            <a:ext cx="640080" cy="64008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13" name="Image 2" descr="/home/claude/maze_ppt/icons/rou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099" y="193669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651760"/>
            <a:ext cx="23774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Self-driving Vehicles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9098280" y="15087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  <a:effectLst>
            <a:outerShdw blurRad="63500" dist="25400" dir="5400000" algn="bl" rotWithShape="0">
              <a:srgbClr val="444477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0104120" y="1783080"/>
            <a:ext cx="640080" cy="64008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17" name="Image 3" descr="/home/claude/maze_ppt/icons/compas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7739" y="19366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35440" y="2651760"/>
            <a:ext cx="23774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Drone Navigation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94360" y="3749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  <a:effectLst>
            <a:outerShdw blurRad="63500" dist="25400" dir="5400000" algn="bl" rotWithShape="0">
              <a:srgbClr val="444477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600200" y="4023360"/>
            <a:ext cx="640080" cy="64008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21" name="Image 4" descr="/home/claude/maze_ppt/icons/searc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3819" y="417697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" y="4892040"/>
            <a:ext cx="23774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and Rescue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3429000" y="3749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  <a:effectLst>
            <a:outerShdw blurRad="63500" dist="25400" dir="5400000" algn="bl" rotWithShape="0">
              <a:srgbClr val="444477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434840" y="4023360"/>
            <a:ext cx="640080" cy="64008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25" name="Image 5" descr="/home/claude/maze_ppt/icons/networ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8459" y="4176979"/>
            <a:ext cx="332842" cy="33284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566160" y="4892040"/>
            <a:ext cx="23774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Logistics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263640" y="3749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  <a:effectLst>
            <a:outerShdw blurRad="63500" dist="25400" dir="5400000" algn="bl" rotWithShape="0">
              <a:srgbClr val="444477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7269480" y="4023360"/>
            <a:ext cx="640080" cy="64008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29" name="Image 6" descr="/home/claude/maze_ppt/icons/cogs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3099" y="4176979"/>
            <a:ext cx="332842" cy="33284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400800" y="4892040"/>
            <a:ext cx="23774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Automation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9098280" y="3749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  <a:effectLst>
            <a:outerShdw blurRad="63500" dist="25400" dir="5400000" algn="bl" rotWithShape="0">
              <a:srgbClr val="444477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10104120" y="4023360"/>
            <a:ext cx="640080" cy="64008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33" name="Image 7" descr="/home/claude/maze_ppt/icons/brain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7739" y="4176979"/>
            <a:ext cx="332842" cy="33284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235440" y="4892040"/>
            <a:ext cx="23774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Games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20DA436-E0C9-2ACE-DC36-DB44AD4643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48788" y="-86442"/>
            <a:ext cx="1343212" cy="14956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8-15 1950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-123190"/>
            <a:ext cx="1219136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65785" y="250190"/>
            <a:ext cx="5530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3200" b="1" dirty="0">
                <a:latin typeface="Cambria" panose="02040503050406030204" pitchFamily="34" charset="0"/>
                <a:cs typeface="Cambria" panose="02040503050406030204" pitchFamily="34" charset="0"/>
              </a:rPr>
              <a:t>Program and Execution</a:t>
            </a:r>
          </a:p>
        </p:txBody>
      </p:sp>
      <p:sp>
        <p:nvSpPr>
          <p:cNvPr id="17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IN" alt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33FB6-F138-5E5B-D012-7B48001F6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788" y="-96602"/>
            <a:ext cx="1343212" cy="1495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76E41-0559-A077-3F3F-056F731F1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72" y="1088083"/>
            <a:ext cx="10019916" cy="53127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4244A"/>
          </a:solidFill>
        </p:spPr>
      </p:sp>
      <p:sp>
        <p:nvSpPr>
          <p:cNvPr id="4" name="Shape 2"/>
          <p:cNvSpPr/>
          <p:nvPr/>
        </p:nvSpPr>
        <p:spPr>
          <a:xfrm>
            <a:off x="749808" y="1737360"/>
            <a:ext cx="548640" cy="54864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5" name="Image 0" descr="/home/claude/maze_ppt/icons/check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18690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54480"/>
            <a:ext cx="4297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optimal path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4244A"/>
          </a:solidFill>
        </p:spPr>
      </p:sp>
      <p:sp>
        <p:nvSpPr>
          <p:cNvPr id="8" name="Shape 5"/>
          <p:cNvSpPr/>
          <p:nvPr/>
        </p:nvSpPr>
        <p:spPr>
          <a:xfrm>
            <a:off x="6419088" y="1737360"/>
            <a:ext cx="548640" cy="54864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9" name="Image 1" descr="/home/claude/maze_ppt/icons/check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2" y="18690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554480"/>
            <a:ext cx="4297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navigation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26974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4244A"/>
          </a:solidFill>
        </p:spPr>
      </p:sp>
      <p:sp>
        <p:nvSpPr>
          <p:cNvPr id="12" name="Shape 8"/>
          <p:cNvSpPr/>
          <p:nvPr/>
        </p:nvSpPr>
        <p:spPr>
          <a:xfrm>
            <a:off x="749808" y="2880360"/>
            <a:ext cx="548640" cy="54864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13" name="Image 2" descr="/home/claude/maze_ppt/icons/check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0120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697480"/>
            <a:ext cx="4297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Obstacle avoidance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217920" y="26974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4244A"/>
          </a:solidFill>
        </p:spPr>
      </p:sp>
      <p:sp>
        <p:nvSpPr>
          <p:cNvPr id="16" name="Shape 11"/>
          <p:cNvSpPr/>
          <p:nvPr/>
        </p:nvSpPr>
        <p:spPr>
          <a:xfrm>
            <a:off x="6419088" y="2880360"/>
            <a:ext cx="548640" cy="54864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17" name="Image 3" descr="/home/claude/maze_ppt/icons/check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2" y="301203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2697480"/>
            <a:ext cx="4297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accuracy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548640" y="38404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4244A"/>
          </a:solidFill>
        </p:spPr>
      </p:sp>
      <p:sp>
        <p:nvSpPr>
          <p:cNvPr id="20" name="Shape 14"/>
          <p:cNvSpPr/>
          <p:nvPr/>
        </p:nvSpPr>
        <p:spPr>
          <a:xfrm>
            <a:off x="749808" y="4023360"/>
            <a:ext cx="548640" cy="54864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21" name="Image 4" descr="/home/claude/maze_ppt/icons/check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415503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840480"/>
            <a:ext cx="4297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computational cost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217920" y="38404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4244A"/>
          </a:solidFill>
        </p:spPr>
      </p:sp>
      <p:sp>
        <p:nvSpPr>
          <p:cNvPr id="24" name="Shape 17"/>
          <p:cNvSpPr/>
          <p:nvPr/>
        </p:nvSpPr>
        <p:spPr>
          <a:xfrm>
            <a:off x="6419088" y="4023360"/>
            <a:ext cx="548640" cy="54864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25" name="Image 5" descr="/home/claude/maze_ppt/icons/check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2" y="4155034"/>
            <a:ext cx="285293" cy="28529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32320" y="3840480"/>
            <a:ext cx="4297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implementation</a:t>
            </a:r>
            <a:endParaRPr lang="en-US" sz="1450" dirty="0"/>
          </a:p>
        </p:txBody>
      </p:sp>
      <p:sp>
        <p:nvSpPr>
          <p:cNvPr id="27" name="Shape 19"/>
          <p:cNvSpPr/>
          <p:nvPr/>
        </p:nvSpPr>
        <p:spPr>
          <a:xfrm>
            <a:off x="548640" y="49834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4244A"/>
          </a:solidFill>
        </p:spPr>
      </p:sp>
      <p:sp>
        <p:nvSpPr>
          <p:cNvPr id="28" name="Shape 20"/>
          <p:cNvSpPr/>
          <p:nvPr/>
        </p:nvSpPr>
        <p:spPr>
          <a:xfrm>
            <a:off x="749808" y="5166360"/>
            <a:ext cx="548640" cy="54864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29" name="Image 6" descr="/home/claude/maze_ppt/icons/check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5298034"/>
            <a:ext cx="285293" cy="28529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4983480"/>
            <a:ext cx="4297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performance</a:t>
            </a:r>
            <a:endParaRPr lang="en-US" sz="1450" dirty="0"/>
          </a:p>
        </p:txBody>
      </p:sp>
      <p:sp>
        <p:nvSpPr>
          <p:cNvPr id="31" name="Shape 22"/>
          <p:cNvSpPr/>
          <p:nvPr/>
        </p:nvSpPr>
        <p:spPr>
          <a:xfrm>
            <a:off x="6217920" y="49834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4244A"/>
          </a:solidFill>
        </p:spPr>
      </p:sp>
      <p:sp>
        <p:nvSpPr>
          <p:cNvPr id="32" name="Shape 23"/>
          <p:cNvSpPr/>
          <p:nvPr/>
        </p:nvSpPr>
        <p:spPr>
          <a:xfrm>
            <a:off x="6419088" y="5166360"/>
            <a:ext cx="548640" cy="54864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33" name="Image 7" descr="/home/claude/maze_ppt/icons/check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2" y="5298034"/>
            <a:ext cx="285293" cy="28529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32320" y="4983480"/>
            <a:ext cx="4297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solution</a:t>
            </a:r>
            <a:endParaRPr lang="en-US" sz="1450" dirty="0"/>
          </a:p>
        </p:txBody>
      </p:sp>
      <p:sp>
        <p:nvSpPr>
          <p:cNvPr id="35" name="Text 2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IN" alt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5308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3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5B3FE0"/>
          </a:solidFill>
        </p:spPr>
      </p:sp>
      <p:pic>
        <p:nvPicPr>
          <p:cNvPr id="5" name="Image 0" descr="/home/claude/maze_ppt/icons/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8123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68680" y="2532888"/>
            <a:ext cx="82296" cy="82296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8" name="Text 5"/>
          <p:cNvSpPr/>
          <p:nvPr/>
        </p:nvSpPr>
        <p:spPr>
          <a:xfrm>
            <a:off x="1097280" y="2395728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Maze generated successfully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868680" y="3136392"/>
            <a:ext cx="82296" cy="82296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10" name="Text 7"/>
          <p:cNvSpPr/>
          <p:nvPr/>
        </p:nvSpPr>
        <p:spPr>
          <a:xfrm>
            <a:off x="1097280" y="2999232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Optimal path identified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868680" y="3739896"/>
            <a:ext cx="82296" cy="82296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12" name="Text 9"/>
          <p:cNvSpPr/>
          <p:nvPr/>
        </p:nvSpPr>
        <p:spPr>
          <a:xfrm>
            <a:off x="1097280" y="3602736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navigation time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868680" y="4343400"/>
            <a:ext cx="82296" cy="82296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14" name="Text 11"/>
          <p:cNvSpPr/>
          <p:nvPr/>
        </p:nvSpPr>
        <p:spPr>
          <a:xfrm>
            <a:off x="1097280" y="420624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path accuracy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868680" y="4946904"/>
            <a:ext cx="82296" cy="82296"/>
          </a:xfrm>
          <a:prstGeom prst="ellipse">
            <a:avLst/>
          </a:prstGeom>
          <a:solidFill>
            <a:srgbClr val="5B3FE0"/>
          </a:solidFill>
        </p:spPr>
      </p:sp>
      <p:sp>
        <p:nvSpPr>
          <p:cNvPr id="16" name="Text 13"/>
          <p:cNvSpPr/>
          <p:nvPr/>
        </p:nvSpPr>
        <p:spPr>
          <a:xfrm>
            <a:off x="1097280" y="4809744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analyzed</a:t>
            </a:r>
            <a:endParaRPr lang="en-US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330" y="1812290"/>
            <a:ext cx="4543425" cy="3771900"/>
          </a:xfrm>
          <a:prstGeom prst="rect">
            <a:avLst/>
          </a:prstGeom>
        </p:spPr>
      </p:pic>
      <p:sp>
        <p:nvSpPr>
          <p:cNvPr id="42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IN" alt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EF01920-B3E8-F004-E1F2-3F11EB437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8788" y="-96602"/>
            <a:ext cx="1343212" cy="1495634"/>
          </a:xfrm>
          <a:prstGeom prst="rect">
            <a:avLst/>
          </a:prstGeom>
        </p:spPr>
      </p:pic>
      <p:pic>
        <p:nvPicPr>
          <p:cNvPr id="20" name="Image 5" descr="/home/claude/maze_ppt/icons/robot_1B1B3A.png">
            <a:extLst>
              <a:ext uri="{FF2B5EF4-FFF2-40B4-BE49-F238E27FC236}">
                <a16:creationId xmlns:a16="http://schemas.microsoft.com/office/drawing/2014/main" id="{C09316F3-57B9-7596-6A40-608D58C55E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0482" y="157454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640080"/>
            <a:ext cx="914400" cy="91440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3" name="Image 0" descr="/home/claude/maze_ppt/icons/robot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85953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69164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529687" y="2532888"/>
            <a:ext cx="101355" cy="9144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6" name="Text 3"/>
          <p:cNvSpPr/>
          <p:nvPr/>
        </p:nvSpPr>
        <p:spPr>
          <a:xfrm>
            <a:off x="2804008" y="2395728"/>
            <a:ext cx="72975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improves maze navigation efficiency.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529687" y="3063240"/>
            <a:ext cx="101355" cy="9144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8" name="Text 5"/>
          <p:cNvSpPr/>
          <p:nvPr/>
        </p:nvSpPr>
        <p:spPr>
          <a:xfrm>
            <a:off x="2804008" y="2926080"/>
            <a:ext cx="72975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A* algorithm finds the shortest possible path.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529687" y="3593592"/>
            <a:ext cx="101355" cy="9144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10" name="Text 7"/>
          <p:cNvSpPr/>
          <p:nvPr/>
        </p:nvSpPr>
        <p:spPr>
          <a:xfrm>
            <a:off x="2804008" y="3456432"/>
            <a:ext cx="72975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reduces travel time and computational effort.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29687" y="4123944"/>
            <a:ext cx="101355" cy="9144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12" name="Text 9"/>
          <p:cNvSpPr/>
          <p:nvPr/>
        </p:nvSpPr>
        <p:spPr>
          <a:xfrm>
            <a:off x="2804008" y="3986784"/>
            <a:ext cx="72975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Suitable for robotics, autonomous vehicles, and smart automation.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529687" y="4654296"/>
            <a:ext cx="101355" cy="9144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14" name="Text 11"/>
          <p:cNvSpPr/>
          <p:nvPr/>
        </p:nvSpPr>
        <p:spPr>
          <a:xfrm>
            <a:off x="2804008" y="4517136"/>
            <a:ext cx="72975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 will enable intelligent real-time navigation.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0" y="5577840"/>
            <a:ext cx="1219169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IN" alt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1950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405" y="0"/>
            <a:ext cx="12257405" cy="6858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21690" y="1492250"/>
            <a:ext cx="10663555" cy="4937760"/>
          </a:xfrm>
          <a:prstGeom prst="roundRect">
            <a:avLst>
              <a:gd name="adj" fmla="val 2222"/>
            </a:avLst>
          </a:prstGeom>
          <a:solidFill>
            <a:srgbClr val="1B1B3A"/>
          </a:solidFill>
        </p:spPr>
      </p:sp>
      <p:sp>
        <p:nvSpPr>
          <p:cNvPr id="18" name="Shape 15"/>
          <p:cNvSpPr/>
          <p:nvPr/>
        </p:nvSpPr>
        <p:spPr>
          <a:xfrm>
            <a:off x="1096010" y="1691640"/>
            <a:ext cx="502920" cy="502920"/>
          </a:xfrm>
          <a:prstGeom prst="ellipse">
            <a:avLst/>
          </a:prstGeom>
          <a:solidFill>
            <a:srgbClr val="00D4FF"/>
          </a:solidFill>
        </p:spPr>
      </p:sp>
      <p:pic>
        <p:nvPicPr>
          <p:cNvPr id="19" name="Image 1" descr="/home/claude/maze_ppt/icons/rocket_1B1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711" y="1812341"/>
            <a:ext cx="261518" cy="26151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736090" y="1737360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1141730" y="2487168"/>
            <a:ext cx="292608" cy="292608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22" name="Text 18"/>
          <p:cNvSpPr/>
          <p:nvPr/>
        </p:nvSpPr>
        <p:spPr>
          <a:xfrm>
            <a:off x="1141730" y="248716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571498" y="2414016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Reinforcement Learning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1288034" y="2779776"/>
            <a:ext cx="0" cy="292608"/>
          </a:xfrm>
          <a:prstGeom prst="line">
            <a:avLst/>
          </a:prstGeom>
          <a:noFill/>
          <a:ln w="19050">
            <a:solidFill>
              <a:srgbClr val="3A3A7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41730" y="3090672"/>
            <a:ext cx="292608" cy="292608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26" name="Text 22"/>
          <p:cNvSpPr/>
          <p:nvPr/>
        </p:nvSpPr>
        <p:spPr>
          <a:xfrm>
            <a:off x="1141730" y="309067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1571498" y="3017520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obstacle handling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1288034" y="3383280"/>
            <a:ext cx="0" cy="292608"/>
          </a:xfrm>
          <a:prstGeom prst="line">
            <a:avLst/>
          </a:prstGeom>
          <a:noFill/>
          <a:ln w="19050">
            <a:solidFill>
              <a:srgbClr val="3A3A7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41730" y="3694176"/>
            <a:ext cx="292608" cy="292608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0" name="Text 26"/>
          <p:cNvSpPr/>
          <p:nvPr/>
        </p:nvSpPr>
        <p:spPr>
          <a:xfrm>
            <a:off x="1141730" y="3694176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1571498" y="3621024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Multi-robot navigation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1288034" y="3986784"/>
            <a:ext cx="0" cy="292608"/>
          </a:xfrm>
          <a:prstGeom prst="line">
            <a:avLst/>
          </a:prstGeom>
          <a:noFill/>
          <a:ln w="19050">
            <a:solidFill>
              <a:srgbClr val="3A3A7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41730" y="4297680"/>
            <a:ext cx="292608" cy="292608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4" name="Text 30"/>
          <p:cNvSpPr/>
          <p:nvPr/>
        </p:nvSpPr>
        <p:spPr>
          <a:xfrm>
            <a:off x="1141730" y="429768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1571498" y="4224528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integration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1288034" y="4590288"/>
            <a:ext cx="0" cy="292608"/>
          </a:xfrm>
          <a:prstGeom prst="line">
            <a:avLst/>
          </a:prstGeom>
          <a:noFill/>
          <a:ln w="19050">
            <a:solidFill>
              <a:srgbClr val="3A3A7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41730" y="4901184"/>
            <a:ext cx="292608" cy="292608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8" name="Text 34"/>
          <p:cNvSpPr/>
          <p:nvPr/>
        </p:nvSpPr>
        <p:spPr>
          <a:xfrm>
            <a:off x="1141730" y="490118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1571498" y="4828032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D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3D maze navigation</a:t>
            </a:r>
            <a:endParaRPr lang="en-US" sz="1600" dirty="0"/>
          </a:p>
        </p:txBody>
      </p:sp>
      <p:sp>
        <p:nvSpPr>
          <p:cNvPr id="3" name="Text Box 2"/>
          <p:cNvSpPr txBox="1"/>
          <p:nvPr/>
        </p:nvSpPr>
        <p:spPr>
          <a:xfrm>
            <a:off x="821690" y="3860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solidFill>
                  <a:srgbClr val="2222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Future Scope</a:t>
            </a:r>
          </a:p>
        </p:txBody>
      </p:sp>
      <p:sp>
        <p:nvSpPr>
          <p:cNvPr id="5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IN" alt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0B9542-C9FE-3459-3345-1CE814F35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0949" y="0"/>
            <a:ext cx="1343212" cy="14956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1950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42595" y="401955"/>
            <a:ext cx="10796905" cy="55708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sz="2200" b="1">
                <a:latin typeface="Cambria" panose="02040503050406030204" pitchFamily="34" charset="0"/>
                <a:cs typeface="Cambria" panose="02040503050406030204" pitchFamily="34" charset="0"/>
              </a:rPr>
              <a:t>REFERENCES</a:t>
            </a:r>
            <a:endParaRPr lang="en-US" altLang="zh-CN" sz="2200" b="1"/>
          </a:p>
          <a:p>
            <a:r>
              <a:rPr lang="en-US" altLang="zh-CN" sz="1600"/>
              <a:t>• [1] M. Mohamad, “A Systematic Literature Review of A* Pathfinding,” Procedia Computer Science, vol. 179, pp. 507–514, 2021. </a:t>
            </a:r>
          </a:p>
          <a:p>
            <a:endParaRPr lang="en-US" altLang="zh-CN" sz="1600"/>
          </a:p>
          <a:p>
            <a:r>
              <a:rPr lang="en-US" altLang="zh-CN" sz="1600"/>
              <a:t>• [2] R. Yonetani, T. Taniai, M. Barekatain, M. Nishimura, and A. Kanezaki, “Path Planning using Neural A* Search,” Proceedings of the 38th International Conference on Machine Learning, vol. 139, pp. 12029–12039, 2021. </a:t>
            </a:r>
          </a:p>
          <a:p>
            <a:endParaRPr lang="en-US" altLang="zh-CN" sz="1600"/>
          </a:p>
          <a:p>
            <a:r>
              <a:rPr lang="en-US" altLang="zh-CN" sz="1600"/>
              <a:t>• [3] K. Mayilvaganam, A. Shrivastava, and P. Rajagopal, “An A* Based Path Planning Approach for Autonomous Vehicles,” AIR 2021: Advances in Robotics, 2021. </a:t>
            </a:r>
          </a:p>
          <a:p>
            <a:endParaRPr lang="en-US" altLang="zh-CN" sz="1600"/>
          </a:p>
          <a:p>
            <a:r>
              <a:rPr lang="en-US" altLang="zh-CN" sz="1600"/>
              <a:t>• [4] Y. Sun, Q. Yuan, Q. Gao, and L. Xu, “A Multiple Environment Available Path Planning Based on an Improved A* Algorithm,” International Journal of Computational Intelligence Systems, vol. 17, Article 172, 2024.</a:t>
            </a:r>
          </a:p>
          <a:p>
            <a:r>
              <a:rPr lang="en-US" altLang="zh-CN" sz="1600"/>
              <a:t> </a:t>
            </a:r>
          </a:p>
          <a:p>
            <a:r>
              <a:rPr lang="en-US" altLang="zh-CN" sz="1600"/>
              <a:t>• [5] B. Elkari Eidia, L. Ourabah, H. Sekkat, A. Hsaine, C. Essaiouad, Y. Bouargane, and K. El Moutaouakil, “Exploring Maze Navigation: A Comparative Study of DFS, BFS, and A* Search Algorithms,” Statistics, Optimization and Information Computing, vol. 12, no. 3, pp. 761–781, 2024.</a:t>
            </a:r>
          </a:p>
          <a:p>
            <a:endParaRPr lang="en-US" altLang="zh-CN" sz="1600"/>
          </a:p>
          <a:p>
            <a:r>
              <a:rPr lang="en-US" altLang="en-US" sz="1600"/>
              <a:t>• [6] Y. He, T. Hou, and M. Wang, “A New Method for Unmanned Aerial Vehicle Path Planning in Complex Environments,” Scientific Reports, vol. 14, Article 9257, 2024.</a:t>
            </a:r>
          </a:p>
          <a:p>
            <a:endParaRPr lang="en-US" altLang="en-US" sz="1600"/>
          </a:p>
          <a:p>
            <a:r>
              <a:rPr lang="en-US" altLang="en-US" sz="1600"/>
              <a:t>• [7] H. Min, X. Xiong, P. Wang, and Y. Yu, “Autonomous Driving Path Planning Algorithm Based on Improved A* Algorithm in Unstructured Environment,” Proceedings of the Institution of Mechanical Engineers, Part D: Journal of Automobile Engineering, vol. 235, no. 2–3, pp. 513–526, 2021.</a:t>
            </a:r>
          </a:p>
          <a:p>
            <a:endParaRPr lang="en-US" altLang="en-US" sz="1600"/>
          </a:p>
        </p:txBody>
      </p:sp>
      <p:sp>
        <p:nvSpPr>
          <p:cNvPr id="17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IN" altLang="en-US" sz="1000" dirty="0">
                <a:solidFill>
                  <a:srgbClr val="8A8A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E4258-8EDD-8E15-3B34-5C251F025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59" y="-1"/>
            <a:ext cx="1056005" cy="10123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8-15 1950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635"/>
            <a:ext cx="12165965" cy="69240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876425" y="2392680"/>
            <a:ext cx="84397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8000" dirty="0"/>
              <a:t>THANK YOU</a:t>
            </a:r>
          </a:p>
        </p:txBody>
      </p:sp>
      <p:pic>
        <p:nvPicPr>
          <p:cNvPr id="4" name="Image 5" descr="/home/claude/maze_ppt/icons/robot_1B1B3A.png">
            <a:extLst>
              <a:ext uri="{FF2B5EF4-FFF2-40B4-BE49-F238E27FC236}">
                <a16:creationId xmlns:a16="http://schemas.microsoft.com/office/drawing/2014/main" id="{8CD85C6F-90DD-AEC8-6607-FB2EDF8D7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497" y="3945382"/>
            <a:ext cx="1431544" cy="1431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1076</Words>
  <Application>Microsoft Office PowerPoint</Application>
  <PresentationFormat>Widescreen</PresentationFormat>
  <Paragraphs>182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Bodoni MT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ATHIN SIVA</cp:lastModifiedBy>
  <cp:revision>7</cp:revision>
  <dcterms:created xsi:type="dcterms:W3CDTF">2026-08-01T01:42:00Z</dcterms:created>
  <dcterms:modified xsi:type="dcterms:W3CDTF">2026-08-29T05:44:31Z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49528D2F7AAC47C692FA557695D8D5C2_12</vt:lpwstr>
  </property>
  <property fmtid="{D5CDD505-2E9C-101B-9397-08002B2CF9AE}" pid="3" name="KSOProductBuildVer">
    <vt:lpwstr>1033-12.1.0.28032</vt:lpwstr>
  </property>
</Properties>
</file>